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9" r:id="rId4"/>
  </p:sldMasterIdLst>
  <p:notesMasterIdLst>
    <p:notesMasterId r:id="rId25"/>
  </p:notesMasterIdLst>
  <p:handoutMasterIdLst>
    <p:handoutMasterId r:id="rId26"/>
  </p:handoutMasterIdLst>
  <p:sldIdLst>
    <p:sldId id="299" r:id="rId5"/>
    <p:sldId id="296" r:id="rId6"/>
    <p:sldId id="297" r:id="rId7"/>
    <p:sldId id="322" r:id="rId8"/>
    <p:sldId id="307" r:id="rId9"/>
    <p:sldId id="304" r:id="rId10"/>
    <p:sldId id="305" r:id="rId11"/>
    <p:sldId id="308" r:id="rId12"/>
    <p:sldId id="310" r:id="rId13"/>
    <p:sldId id="312" r:id="rId14"/>
    <p:sldId id="440" r:id="rId15"/>
    <p:sldId id="315" r:id="rId16"/>
    <p:sldId id="314" r:id="rId17"/>
    <p:sldId id="313" r:id="rId18"/>
    <p:sldId id="316" r:id="rId19"/>
    <p:sldId id="317" r:id="rId20"/>
    <p:sldId id="318" r:id="rId21"/>
    <p:sldId id="332" r:id="rId22"/>
    <p:sldId id="331" r:id="rId23"/>
    <p:sldId id="441" r:id="rId24"/>
  </p:sldIdLst>
  <p:sldSz cx="14630400" cy="8229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CDF5"/>
    <a:srgbClr val="0089CF"/>
    <a:srgbClr val="FDFDFD"/>
    <a:srgbClr val="E8E8E8"/>
    <a:srgbClr val="F9F9F9"/>
    <a:srgbClr val="D7DF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35" autoAdjust="0"/>
    <p:restoredTop sz="80790" autoAdjust="0"/>
  </p:normalViewPr>
  <p:slideViewPr>
    <p:cSldViewPr snapToGrid="0">
      <p:cViewPr varScale="1">
        <p:scale>
          <a:sx n="46" d="100"/>
          <a:sy n="46" d="100"/>
        </p:scale>
        <p:origin x="1380" y="48"/>
      </p:cViewPr>
      <p:guideLst>
        <p:guide orient="horz" pos="2592"/>
        <p:guide pos="4608"/>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2808" y="1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DD/MM/YYYY</a:t>
            </a: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93B7C-D984-4431-B1EC-749E9461140C}" type="slidenum">
              <a:rPr lang="en-US" smtClean="0"/>
              <a:t>‹#›</a:t>
            </a:fld>
            <a:endParaRPr lang="en-US"/>
          </a:p>
        </p:txBody>
      </p:sp>
    </p:spTree>
    <p:extLst>
      <p:ext uri="{BB962C8B-B14F-4D97-AF65-F5344CB8AC3E}">
        <p14:creationId xmlns:p14="http://schemas.microsoft.com/office/powerpoint/2010/main" val="427300375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r>
              <a:rPr lang="en-US"/>
              <a:t>DD/MM/YYYY</a:t>
            </a: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65261C-3A85-4AB8-ADC8-CB695DC4D818}" type="slidenum">
              <a:rPr lang="en-US" smtClean="0"/>
              <a:pPr/>
              <a:t>‹#›</a:t>
            </a:fld>
            <a:endParaRPr lang="en-US"/>
          </a:p>
        </p:txBody>
      </p:sp>
    </p:spTree>
    <p:extLst>
      <p:ext uri="{BB962C8B-B14F-4D97-AF65-F5344CB8AC3E}">
        <p14:creationId xmlns:p14="http://schemas.microsoft.com/office/powerpoint/2010/main" val="1932340157"/>
      </p:ext>
    </p:extLst>
  </p:cSld>
  <p:clrMap bg1="lt1" tx1="dk1" bg2="lt2" tx2="dk2" accent1="accent1" accent2="accent2" accent3="accent3" accent4="accent4" accent5="accent5" accent6="accent6" hlink="hlink" folHlink="folHlink"/>
  <p:hf hdr="0" ftr="0"/>
  <p:notesStyle>
    <a:lvl1pPr marL="0" algn="l" defTabSz="1306220" rtl="0" eaLnBrk="1" latinLnBrk="0" hangingPunct="1">
      <a:defRPr sz="1700" kern="1200">
        <a:solidFill>
          <a:schemeClr val="tx1"/>
        </a:solidFill>
        <a:latin typeface="+mn-lt"/>
        <a:ea typeface="+mn-ea"/>
        <a:cs typeface="+mn-cs"/>
      </a:defRPr>
    </a:lvl1pPr>
    <a:lvl2pPr marL="653110" algn="l" defTabSz="1306220" rtl="0" eaLnBrk="1" latinLnBrk="0" hangingPunct="1">
      <a:defRPr sz="1700" kern="1200">
        <a:solidFill>
          <a:schemeClr val="tx1"/>
        </a:solidFill>
        <a:latin typeface="+mn-lt"/>
        <a:ea typeface="+mn-ea"/>
        <a:cs typeface="+mn-cs"/>
      </a:defRPr>
    </a:lvl2pPr>
    <a:lvl3pPr marL="1306220" algn="l" defTabSz="1306220" rtl="0" eaLnBrk="1" latinLnBrk="0" hangingPunct="1">
      <a:defRPr sz="1700" kern="1200">
        <a:solidFill>
          <a:schemeClr val="tx1"/>
        </a:solidFill>
        <a:latin typeface="+mn-lt"/>
        <a:ea typeface="+mn-ea"/>
        <a:cs typeface="+mn-cs"/>
      </a:defRPr>
    </a:lvl3pPr>
    <a:lvl4pPr marL="1959331" algn="l" defTabSz="1306220" rtl="0" eaLnBrk="1" latinLnBrk="0" hangingPunct="1">
      <a:defRPr sz="1700" kern="1200">
        <a:solidFill>
          <a:schemeClr val="tx1"/>
        </a:solidFill>
        <a:latin typeface="+mn-lt"/>
        <a:ea typeface="+mn-ea"/>
        <a:cs typeface="+mn-cs"/>
      </a:defRPr>
    </a:lvl4pPr>
    <a:lvl5pPr marL="2612441" algn="l" defTabSz="1306220" rtl="0" eaLnBrk="1" latinLnBrk="0" hangingPunct="1">
      <a:defRPr sz="1700" kern="1200">
        <a:solidFill>
          <a:schemeClr val="tx1"/>
        </a:solidFill>
        <a:latin typeface="+mn-lt"/>
        <a:ea typeface="+mn-ea"/>
        <a:cs typeface="+mn-cs"/>
      </a:defRPr>
    </a:lvl5pPr>
    <a:lvl6pPr marL="3265551" algn="l" defTabSz="1306220" rtl="0" eaLnBrk="1" latinLnBrk="0" hangingPunct="1">
      <a:defRPr sz="1700" kern="1200">
        <a:solidFill>
          <a:schemeClr val="tx1"/>
        </a:solidFill>
        <a:latin typeface="+mn-lt"/>
        <a:ea typeface="+mn-ea"/>
        <a:cs typeface="+mn-cs"/>
      </a:defRPr>
    </a:lvl6pPr>
    <a:lvl7pPr marL="3918661" algn="l" defTabSz="1306220" rtl="0" eaLnBrk="1" latinLnBrk="0" hangingPunct="1">
      <a:defRPr sz="1700" kern="1200">
        <a:solidFill>
          <a:schemeClr val="tx1"/>
        </a:solidFill>
        <a:latin typeface="+mn-lt"/>
        <a:ea typeface="+mn-ea"/>
        <a:cs typeface="+mn-cs"/>
      </a:defRPr>
    </a:lvl7pPr>
    <a:lvl8pPr marL="4571771" algn="l" defTabSz="1306220" rtl="0" eaLnBrk="1" latinLnBrk="0" hangingPunct="1">
      <a:defRPr sz="1700" kern="1200">
        <a:solidFill>
          <a:schemeClr val="tx1"/>
        </a:solidFill>
        <a:latin typeface="+mn-lt"/>
        <a:ea typeface="+mn-ea"/>
        <a:cs typeface="+mn-cs"/>
      </a:defRPr>
    </a:lvl8pPr>
    <a:lvl9pPr marL="5224882" algn="l" defTabSz="130622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SDPM Training on ‘STAR Process’. </a:t>
            </a:r>
          </a:p>
          <a:p>
            <a:endParaRPr 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a:t>
            </a:fld>
            <a:endParaRPr lang="en-US"/>
          </a:p>
        </p:txBody>
      </p:sp>
    </p:spTree>
    <p:extLst>
      <p:ext uri="{BB962C8B-B14F-4D97-AF65-F5344CB8AC3E}">
        <p14:creationId xmlns:p14="http://schemas.microsoft.com/office/powerpoint/2010/main" val="147739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Trebuchet MS" panose="020B0603020202020204" pitchFamily="34" charset="0"/>
              </a:rPr>
              <a:t>The goal of this unit is to  </a:t>
            </a:r>
            <a:r>
              <a:rPr lang="en-US" u="sng" dirty="0">
                <a:latin typeface="Trebuchet MS" panose="020B0603020202020204" pitchFamily="34" charset="0"/>
              </a:rPr>
              <a:t>familiarize</a:t>
            </a:r>
            <a:r>
              <a:rPr lang="en-US" dirty="0">
                <a:latin typeface="Trebuchet MS" panose="020B0603020202020204" pitchFamily="34" charset="0"/>
              </a:rPr>
              <a:t> the student with the STAR process of the KPIT Technologies Ltd SDPM.</a:t>
            </a:r>
          </a:p>
        </p:txBody>
      </p:sp>
      <p:sp>
        <p:nvSpPr>
          <p:cNvPr id="4" name="Slide Number Placeholder 3"/>
          <p:cNvSpPr>
            <a:spLocks noGrp="1"/>
          </p:cNvSpPr>
          <p:nvPr>
            <p:ph type="sldNum" sz="quarter" idx="10"/>
          </p:nvPr>
        </p:nvSpPr>
        <p:spPr/>
        <p:txBody>
          <a:bodyPr/>
          <a:lstStyle/>
          <a:p>
            <a:fld id="{AC65261C-3A85-4AB8-ADC8-CB695DC4D818}" type="slidenum">
              <a:rPr lang="en-US" smtClean="0"/>
              <a:pPr/>
              <a:t>2</a:t>
            </a:fld>
            <a:endParaRPr lang="en-US"/>
          </a:p>
        </p:txBody>
      </p:sp>
      <p:sp>
        <p:nvSpPr>
          <p:cNvPr id="5" name="Date Placeholder 4"/>
          <p:cNvSpPr>
            <a:spLocks noGrp="1"/>
          </p:cNvSpPr>
          <p:nvPr>
            <p:ph type="dt" idx="11"/>
          </p:nvPr>
        </p:nvSpPr>
        <p:spPr/>
        <p:txBody>
          <a:bodyPr/>
          <a:lstStyle/>
          <a:p>
            <a:r>
              <a:rPr lang="en-US"/>
              <a:t>DD/MM/YYYY</a:t>
            </a:r>
          </a:p>
        </p:txBody>
      </p:sp>
    </p:spTree>
    <p:extLst>
      <p:ext uri="{BB962C8B-B14F-4D97-AF65-F5344CB8AC3E}">
        <p14:creationId xmlns:p14="http://schemas.microsoft.com/office/powerpoint/2010/main" val="535542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STAR process</a:t>
            </a:r>
            <a:r>
              <a:rPr lang="en-US" dirty="0"/>
              <a:t> of the SDPM provides a built-in metrics collection mechanism leading to quantitative Software Project Management. </a:t>
            </a:r>
          </a:p>
          <a:p>
            <a:r>
              <a:rPr lang="en-US" dirty="0"/>
              <a:t>S, stands for </a:t>
            </a:r>
            <a:r>
              <a:rPr lang="en-US" b="1" i="1" u="sng" dirty="0"/>
              <a:t>S</a:t>
            </a:r>
            <a:r>
              <a:rPr lang="en-US" i="1" dirty="0"/>
              <a:t>et Parameters</a:t>
            </a:r>
          </a:p>
          <a:p>
            <a:r>
              <a:rPr lang="en-US" dirty="0"/>
              <a:t>T, stands for </a:t>
            </a:r>
            <a:r>
              <a:rPr lang="en-US" b="1" i="1" u="sng" dirty="0"/>
              <a:t>T</a:t>
            </a:r>
            <a:r>
              <a:rPr lang="en-US" i="1" dirty="0"/>
              <a:t>ake Measurements</a:t>
            </a:r>
          </a:p>
          <a:p>
            <a:r>
              <a:rPr lang="en-US" dirty="0"/>
              <a:t>A, stands for </a:t>
            </a:r>
            <a:r>
              <a:rPr lang="en-US" b="1" i="1" u="sng" dirty="0"/>
              <a:t>A</a:t>
            </a:r>
            <a:r>
              <a:rPr lang="en-US" i="1" dirty="0"/>
              <a:t>nalyze Measurements</a:t>
            </a:r>
          </a:p>
          <a:p>
            <a:r>
              <a:rPr lang="en-US" dirty="0"/>
              <a:t>R, stands for </a:t>
            </a:r>
            <a:r>
              <a:rPr lang="en-US" b="1" i="1" u="sng" dirty="0"/>
              <a:t>R</a:t>
            </a:r>
            <a:r>
              <a:rPr lang="en-US" i="1" dirty="0"/>
              <a:t>eset Parameters</a:t>
            </a:r>
          </a:p>
          <a:p>
            <a:pPr>
              <a:spcBef>
                <a:spcPct val="20000"/>
              </a:spcBef>
              <a:buClr>
                <a:schemeClr val="tx1"/>
              </a:buClr>
            </a:pPr>
            <a:endParaRPr lang="en-US" dirty="0"/>
          </a:p>
          <a:p>
            <a:pPr>
              <a:spcBef>
                <a:spcPct val="20000"/>
              </a:spcBef>
              <a:buClr>
                <a:schemeClr val="tx1"/>
              </a:buClr>
            </a:pPr>
            <a:r>
              <a:rPr lang="en-US" b="1" dirty="0"/>
              <a:t>SDPM’s STAR</a:t>
            </a:r>
            <a:r>
              <a:rPr lang="en-US" dirty="0"/>
              <a:t> is a Self Regulating Process, which provides the planning, and control information required to effectively manage the software activities. STAR Process is used to monitor &amp; control the Uniphase as a closed loop feedback system and thereby provides the dynamic element of the SDPM architecture.</a:t>
            </a:r>
          </a:p>
        </p:txBody>
      </p:sp>
      <p:sp>
        <p:nvSpPr>
          <p:cNvPr id="4" name="Slide Number Placeholder 3"/>
          <p:cNvSpPr>
            <a:spLocks noGrp="1"/>
          </p:cNvSpPr>
          <p:nvPr>
            <p:ph type="sldNum" sz="quarter" idx="10"/>
          </p:nvPr>
        </p:nvSpPr>
        <p:spPr/>
        <p:txBody>
          <a:bodyPr/>
          <a:lstStyle/>
          <a:p>
            <a:fld id="{AC65261C-3A85-4AB8-ADC8-CB695DC4D818}" type="slidenum">
              <a:rPr lang="en-US" smtClean="0"/>
              <a:pPr/>
              <a:t>3</a:t>
            </a:fld>
            <a:endParaRPr lang="en-US"/>
          </a:p>
        </p:txBody>
      </p:sp>
      <p:sp>
        <p:nvSpPr>
          <p:cNvPr id="5" name="Date Placeholder 4"/>
          <p:cNvSpPr>
            <a:spLocks noGrp="1"/>
          </p:cNvSpPr>
          <p:nvPr>
            <p:ph type="dt" idx="11"/>
          </p:nvPr>
        </p:nvSpPr>
        <p:spPr/>
        <p:txBody>
          <a:bodyPr/>
          <a:lstStyle/>
          <a:p>
            <a:r>
              <a:rPr lang="en-US"/>
              <a:t>DD/MM/YYYY</a:t>
            </a:r>
          </a:p>
        </p:txBody>
      </p:sp>
    </p:spTree>
    <p:extLst>
      <p:ext uri="{BB962C8B-B14F-4D97-AF65-F5344CB8AC3E}">
        <p14:creationId xmlns:p14="http://schemas.microsoft.com/office/powerpoint/2010/main" val="1360919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Uniphase frame-work works based on Closed loop feedback system.  Here the metrics collected against each element of Uniphase</a:t>
            </a:r>
          </a:p>
          <a:p>
            <a:r>
              <a:rPr lang="en-US" dirty="0"/>
              <a:t> are well managed and provide information for analysis and improvements of the current, as well as future software developments. All process improvements are executed as part of Process Improvement Forum and process asset is reset and this practice continuous. Alternatively STAR process is called as PDCA (Plan-Do-Check-Act).</a:t>
            </a:r>
          </a:p>
          <a:p>
            <a:r>
              <a:rPr lang="en-US" dirty="0"/>
              <a:t>Here 	Plan	mean ‘Set the Software development environment’</a:t>
            </a:r>
          </a:p>
          <a:p>
            <a:r>
              <a:rPr lang="en-US" dirty="0"/>
              <a:t>         Do 	mean ‘Implementation or project execution’</a:t>
            </a:r>
          </a:p>
          <a:p>
            <a:r>
              <a:rPr lang="en-US" dirty="0"/>
              <a:t>	Check	 mean ‘Analysis’</a:t>
            </a:r>
          </a:p>
          <a:p>
            <a:r>
              <a:rPr lang="en-US" dirty="0"/>
              <a:t>	Act	 mean ‘Reset’ based on Process improvement</a:t>
            </a: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4</a:t>
            </a:fld>
            <a:endParaRPr lang="en-US"/>
          </a:p>
        </p:txBody>
      </p:sp>
    </p:spTree>
    <p:extLst>
      <p:ext uri="{BB962C8B-B14F-4D97-AF65-F5344CB8AC3E}">
        <p14:creationId xmlns:p14="http://schemas.microsoft.com/office/powerpoint/2010/main" val="1033435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Lets understand &amp; define metrics?</a:t>
            </a:r>
          </a:p>
          <a:p>
            <a:r>
              <a:rPr lang="en-US" dirty="0">
                <a:latin typeface="Trebuchet MS" panose="020B0603020202020204" pitchFamily="34" charset="0"/>
              </a:rPr>
              <a:t>A software metric is a process of quantitatively determining the extent to which a software process, product or project possess a certain attribute.</a:t>
            </a:r>
          </a:p>
          <a:p>
            <a:r>
              <a:rPr lang="en-US" dirty="0">
                <a:latin typeface="Trebuchet MS" panose="020B0603020202020204" pitchFamily="34" charset="0"/>
              </a:rPr>
              <a:t> </a:t>
            </a:r>
            <a:endParaRPr lang="en-US" dirty="0"/>
          </a:p>
          <a:p>
            <a:endParaRPr 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5</a:t>
            </a:fld>
            <a:endParaRPr lang="en-US"/>
          </a:p>
        </p:txBody>
      </p:sp>
    </p:spTree>
    <p:extLst>
      <p:ext uri="{BB962C8B-B14F-4D97-AF65-F5344CB8AC3E}">
        <p14:creationId xmlns:p14="http://schemas.microsoft.com/office/powerpoint/2010/main" val="1901713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Why do we need metrics?</a:t>
            </a:r>
          </a:p>
          <a:p>
            <a:r>
              <a:rPr lang="en-US" dirty="0"/>
              <a:t>As said by Tom </a:t>
            </a:r>
            <a:r>
              <a:rPr lang="en-US" dirty="0" err="1"/>
              <a:t>DeMarco</a:t>
            </a:r>
            <a:r>
              <a:rPr lang="en-US" dirty="0"/>
              <a:t> “</a:t>
            </a:r>
            <a:r>
              <a:rPr lang="en-US" dirty="0">
                <a:latin typeface="Trebuchet MS" panose="020B0603020202020204" pitchFamily="34" charset="0"/>
              </a:rPr>
              <a:t>You cannot control what you cannot Measure”</a:t>
            </a:r>
          </a:p>
          <a:p>
            <a:r>
              <a:rPr lang="en-US" dirty="0">
                <a:latin typeface="Trebuchet MS" panose="020B0603020202020204" pitchFamily="34" charset="0"/>
              </a:rPr>
              <a:t>And </a:t>
            </a:r>
          </a:p>
          <a:p>
            <a:r>
              <a:rPr lang="en-US" dirty="0">
                <a:latin typeface="Trebuchet MS" panose="020B0603020202020204" pitchFamily="34" charset="0"/>
              </a:rPr>
              <a:t>“ If you do not know where you are now, you certainly won’t know where you will be in future”.</a:t>
            </a:r>
          </a:p>
          <a:p>
            <a:r>
              <a:rPr lang="en-US" dirty="0"/>
              <a:t> </a:t>
            </a: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6</a:t>
            </a:fld>
            <a:endParaRPr lang="en-US"/>
          </a:p>
        </p:txBody>
      </p:sp>
    </p:spTree>
    <p:extLst>
      <p:ext uri="{BB962C8B-B14F-4D97-AF65-F5344CB8AC3E}">
        <p14:creationId xmlns:p14="http://schemas.microsoft.com/office/powerpoint/2010/main" val="2330196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initiation is through one or more ways as defined below:</a:t>
            </a:r>
          </a:p>
          <a:p>
            <a:pPr>
              <a:buFontTx/>
              <a:buChar char="•"/>
            </a:pPr>
            <a:r>
              <a:rPr lang="en-US" dirty="0">
                <a:latin typeface="Trebuchet MS" panose="020B0603020202020204" pitchFamily="34" charset="0"/>
              </a:rPr>
              <a:t>Well defined SDPM process </a:t>
            </a:r>
          </a:p>
          <a:p>
            <a:pPr>
              <a:buFontTx/>
              <a:buChar char="•"/>
            </a:pPr>
            <a:r>
              <a:rPr lang="en-US" dirty="0">
                <a:latin typeface="Trebuchet MS" panose="020B0603020202020204" pitchFamily="34" charset="0"/>
              </a:rPr>
              <a:t>Process Excellence Group</a:t>
            </a:r>
          </a:p>
          <a:p>
            <a:pPr>
              <a:buFontTx/>
              <a:buChar char="•"/>
            </a:pPr>
            <a:r>
              <a:rPr lang="en-US" dirty="0">
                <a:latin typeface="Trebuchet MS" panose="020B0603020202020204" pitchFamily="34" charset="0"/>
              </a:rPr>
              <a:t>Frame the objective(s) for metrics collection</a:t>
            </a:r>
          </a:p>
          <a:p>
            <a:pPr>
              <a:buFontTx/>
              <a:buChar char="•"/>
            </a:pPr>
            <a:r>
              <a:rPr lang="en-US" dirty="0">
                <a:latin typeface="Trebuchet MS" panose="020B0603020202020204" pitchFamily="34" charset="0"/>
              </a:rPr>
              <a:t>Define the metrics to be collected</a:t>
            </a:r>
          </a:p>
          <a:p>
            <a:pPr>
              <a:buFontTx/>
              <a:buChar char="•"/>
            </a:pPr>
            <a:r>
              <a:rPr lang="en-US" dirty="0">
                <a:latin typeface="Trebuchet MS" panose="020B0603020202020204" pitchFamily="34" charset="0"/>
              </a:rPr>
              <a:t>Guidelines for data collection</a:t>
            </a:r>
            <a:endParaRPr lang="en-US" sz="2000" dirty="0">
              <a:latin typeface="Trebuchet MS" panose="020B0603020202020204" pitchFamily="34" charset="0"/>
            </a:endParaRPr>
          </a:p>
          <a:p>
            <a:pPr>
              <a:buSzPct val="75000"/>
              <a:buFontTx/>
              <a:buChar char="•"/>
            </a:pPr>
            <a:r>
              <a:rPr lang="en-US" dirty="0">
                <a:latin typeface="Trebuchet MS" panose="020B0603020202020204" pitchFamily="34" charset="0"/>
              </a:rPr>
              <a:t>Interpretation of the metrics collected</a:t>
            </a:r>
            <a:endParaRPr lang="en-US" sz="2000" dirty="0">
              <a:latin typeface="Trebuchet MS" panose="020B0603020202020204" pitchFamily="34" charset="0"/>
            </a:endParaRPr>
          </a:p>
          <a:p>
            <a:pPr>
              <a:buFontTx/>
              <a:buChar char="•"/>
            </a:pPr>
            <a:r>
              <a:rPr lang="en-US" dirty="0">
                <a:latin typeface="Trebuchet MS" panose="020B0603020202020204" pitchFamily="34" charset="0"/>
              </a:rPr>
              <a:t>Tools for automating the use of metrics like STAR Tool.</a:t>
            </a:r>
          </a:p>
          <a:p>
            <a:endParaRPr lang="en-US" dirty="0"/>
          </a:p>
          <a:p>
            <a:endParaRPr 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7</a:t>
            </a:fld>
            <a:endParaRPr lang="en-US"/>
          </a:p>
        </p:txBody>
      </p:sp>
    </p:spTree>
    <p:extLst>
      <p:ext uri="{BB962C8B-B14F-4D97-AF65-F5344CB8AC3E}">
        <p14:creationId xmlns:p14="http://schemas.microsoft.com/office/powerpoint/2010/main" val="1805126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intention of metrics collection is:</a:t>
            </a:r>
          </a:p>
          <a:p>
            <a:pPr>
              <a:buFontTx/>
              <a:buChar char="•"/>
            </a:pPr>
            <a:r>
              <a:rPr lang="en-US" dirty="0"/>
              <a:t>Primarily reduce the variance, </a:t>
            </a:r>
            <a:r>
              <a:rPr lang="en-US" dirty="0">
                <a:latin typeface="Trebuchet MS" panose="020B0603020202020204" pitchFamily="34" charset="0"/>
              </a:rPr>
              <a:t>i.e., make software activities more predictable</a:t>
            </a:r>
          </a:p>
          <a:p>
            <a:pPr lvl="1"/>
            <a:r>
              <a:rPr lang="en-US" dirty="0"/>
              <a:t>For example: Achieve e</a:t>
            </a:r>
            <a:r>
              <a:rPr lang="en-US" dirty="0">
                <a:latin typeface="Trebuchet MS" panose="020B0603020202020204" pitchFamily="34" charset="0"/>
              </a:rPr>
              <a:t>ffort variance of 1%</a:t>
            </a:r>
            <a:endParaRPr lang="en-US" dirty="0"/>
          </a:p>
          <a:p>
            <a:pPr>
              <a:buFontTx/>
              <a:buChar char="•"/>
            </a:pPr>
            <a:r>
              <a:rPr lang="en-US" dirty="0"/>
              <a:t>Secondary to increase the productivity, </a:t>
            </a:r>
            <a:r>
              <a:rPr lang="en-US" dirty="0">
                <a:latin typeface="Trebuchet MS" panose="020B0603020202020204" pitchFamily="34" charset="0"/>
              </a:rPr>
              <a:t>i.e., reduce the time it takes to do the job right the first time</a:t>
            </a:r>
          </a:p>
          <a:p>
            <a:pPr lvl="1"/>
            <a:r>
              <a:rPr lang="en-US" dirty="0">
                <a:latin typeface="Trebuchet MS" panose="020B0603020202020204" pitchFamily="34" charset="0"/>
              </a:rPr>
              <a:t>For example: Reduce the rework effort by 20%</a:t>
            </a:r>
          </a:p>
          <a:p>
            <a:pPr>
              <a:buFontTx/>
              <a:buChar char="•"/>
            </a:pPr>
            <a:r>
              <a:rPr lang="en-US" dirty="0">
                <a:latin typeface="Trebuchet MS" panose="020B0603020202020204" pitchFamily="34" charset="0"/>
              </a:rPr>
              <a:t>Also objectives based on Quality Management principles which involves both increasing income and decreasing cost</a:t>
            </a:r>
          </a:p>
          <a:p>
            <a:r>
              <a:rPr lang="en-US" dirty="0">
                <a:latin typeface="Trebuchet MS" panose="020B0603020202020204" pitchFamily="34" charset="0"/>
              </a:rPr>
              <a:t>  </a:t>
            </a:r>
          </a:p>
          <a:p>
            <a:r>
              <a:rPr lang="en-US" dirty="0">
                <a:latin typeface="Trebuchet MS" panose="020B0603020202020204" pitchFamily="34" charset="0"/>
              </a:rPr>
              <a:t>Thereby, set new standards with respect to Quality, Productivity &amp; Cycle time.</a:t>
            </a:r>
          </a:p>
          <a:p>
            <a:endParaRPr lang="en-US" dirty="0">
              <a:latin typeface="Trebuchet MS" panose="020B0603020202020204" pitchFamily="34" charset="0"/>
            </a:endParaRPr>
          </a:p>
          <a:p>
            <a:endParaRPr lang="en-US" dirty="0">
              <a:latin typeface="Trebuchet MS" panose="020B0603020202020204" pitchFamily="34" charset="0"/>
            </a:endParaRPr>
          </a:p>
          <a:p>
            <a:pPr>
              <a:buFontTx/>
              <a:buChar char="•"/>
            </a:pPr>
            <a:endParaRPr lang="en-US" dirty="0"/>
          </a:p>
          <a:p>
            <a:endParaRPr 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8</a:t>
            </a:fld>
            <a:endParaRPr lang="en-US"/>
          </a:p>
        </p:txBody>
      </p:sp>
    </p:spTree>
    <p:extLst>
      <p:ext uri="{BB962C8B-B14F-4D97-AF65-F5344CB8AC3E}">
        <p14:creationId xmlns:p14="http://schemas.microsoft.com/office/powerpoint/2010/main" val="1639681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228600" indent="-228600">
              <a:buSzPct val="75000"/>
            </a:pPr>
            <a:r>
              <a:rPr lang="en-US" dirty="0"/>
              <a:t>Types of Metrics are namely:</a:t>
            </a:r>
          </a:p>
          <a:p>
            <a:pPr marL="228600" indent="-228600">
              <a:buSzPct val="75000"/>
              <a:buFontTx/>
              <a:buAutoNum type="arabicPeriod"/>
            </a:pPr>
            <a:r>
              <a:rPr lang="en-US" dirty="0"/>
              <a:t>Process Metrics: Collection of Process metrics improves the processes defined for software development. Example number of discontinuities reported in quality audit indicate </a:t>
            </a:r>
            <a:r>
              <a:rPr lang="en-US" dirty="0">
                <a:latin typeface="Trebuchet MS" panose="020B0603020202020204" pitchFamily="34" charset="0"/>
              </a:rPr>
              <a:t>efficiency of the software development process and the cost associated with it.</a:t>
            </a:r>
          </a:p>
          <a:p>
            <a:pPr marL="228600" indent="-228600">
              <a:buSzPct val="75000"/>
              <a:buFontTx/>
              <a:buAutoNum type="arabicPeriod"/>
            </a:pPr>
            <a:r>
              <a:rPr lang="en-US" dirty="0"/>
              <a:t>Product Metrics: Those metrics </a:t>
            </a:r>
            <a:r>
              <a:rPr lang="en-US" dirty="0">
                <a:latin typeface="Trebuchet MS" panose="020B0603020202020204" pitchFamily="34" charset="0"/>
              </a:rPr>
              <a:t>that are used for improving the software product. Examples of such metrics include the complexity of design, size and complexity of the code etc.</a:t>
            </a:r>
          </a:p>
          <a:p>
            <a:pPr marL="228600" indent="-228600">
              <a:buSzPct val="75000"/>
              <a:buFontTx/>
              <a:buAutoNum type="arabicPeriod"/>
            </a:pPr>
            <a:r>
              <a:rPr lang="en-US" dirty="0"/>
              <a:t>Project Metrics: Those metrics that are used for tracking and improving projects. </a:t>
            </a:r>
            <a:r>
              <a:rPr lang="en-US" dirty="0">
                <a:latin typeface="Trebuchet MS" panose="020B0603020202020204" pitchFamily="34" charset="0"/>
              </a:rPr>
              <a:t>Examples of such include the number of software developers, the resource allocation per SDLC phase, amount of design reuse achieved in the project etc.</a:t>
            </a:r>
          </a:p>
          <a:p>
            <a:pPr marL="228600" indent="-228600">
              <a:buSzPct val="75000"/>
              <a:buFontTx/>
              <a:buAutoNum type="arabicPeriod"/>
            </a:pPr>
            <a:endParaRPr 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9</a:t>
            </a:fld>
            <a:endParaRPr lang="en-US"/>
          </a:p>
        </p:txBody>
      </p:sp>
    </p:spTree>
    <p:extLst>
      <p:ext uri="{BB962C8B-B14F-4D97-AF65-F5344CB8AC3E}">
        <p14:creationId xmlns:p14="http://schemas.microsoft.com/office/powerpoint/2010/main" val="3777194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Count the number of times the letter “e” appears in this paragraph. And make a note.</a:t>
            </a: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10</a:t>
            </a:fld>
            <a:endParaRPr lang="en-US"/>
          </a:p>
        </p:txBody>
      </p:sp>
    </p:spTree>
    <p:extLst>
      <p:ext uri="{BB962C8B-B14F-4D97-AF65-F5344CB8AC3E}">
        <p14:creationId xmlns:p14="http://schemas.microsoft.com/office/powerpoint/2010/main" val="4224633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Again Count the number of times the letter “e” appears in this paragraph. Even though, the paragraph is same, it is noticed that the second count, is more accurate than the first one. </a:t>
            </a:r>
          </a:p>
          <a:p>
            <a:r>
              <a:rPr lang="en-US" dirty="0"/>
              <a:t>This shows the importance of a review or screen.</a:t>
            </a:r>
          </a:p>
          <a:p>
            <a:endParaRPr 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11</a:t>
            </a:fld>
            <a:endParaRPr lang="en-US"/>
          </a:p>
        </p:txBody>
      </p:sp>
    </p:spTree>
    <p:extLst>
      <p:ext uri="{BB962C8B-B14F-4D97-AF65-F5344CB8AC3E}">
        <p14:creationId xmlns:p14="http://schemas.microsoft.com/office/powerpoint/2010/main" val="727113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altLang="en-US" dirty="0"/>
              <a:t>STAR process used for Uniphase Measurements.</a:t>
            </a:r>
          </a:p>
          <a:p>
            <a:endParaRPr lang="en-US" altLang="en-US" dirty="0"/>
          </a:p>
          <a:p>
            <a:r>
              <a:rPr lang="en-US" altLang="en-US" dirty="0"/>
              <a:t>Measurements are taken for Uniphase elements as below:</a:t>
            </a:r>
          </a:p>
          <a:p>
            <a:pPr>
              <a:buFontTx/>
              <a:buChar char="•"/>
            </a:pPr>
            <a:r>
              <a:rPr lang="en-US" altLang="en-US" dirty="0"/>
              <a:t>Effort is measured as part of Uniphase Process element. Here effort </a:t>
            </a:r>
            <a:r>
              <a:rPr lang="en-US" altLang="en-US" b="1" dirty="0"/>
              <a:t>Work</a:t>
            </a:r>
            <a:r>
              <a:rPr lang="en-US" altLang="en-US" dirty="0"/>
              <a:t> measured in the form of </a:t>
            </a:r>
            <a:r>
              <a:rPr lang="en-US" altLang="en-US" b="1" dirty="0"/>
              <a:t>Work effort (WE) </a:t>
            </a:r>
            <a:r>
              <a:rPr lang="en-US" altLang="en-US" dirty="0"/>
              <a:t>and</a:t>
            </a:r>
            <a:r>
              <a:rPr lang="en-US" altLang="en-US" b="1" dirty="0"/>
              <a:t> Rework effort (RE).</a:t>
            </a:r>
          </a:p>
          <a:p>
            <a:pPr>
              <a:buFontTx/>
              <a:buChar char="•"/>
            </a:pPr>
            <a:r>
              <a:rPr lang="en-US" altLang="en-US" dirty="0"/>
              <a:t>Discontinuities are measured as part of Uniphase Screen element. Here discontinuities are measured in the form of </a:t>
            </a:r>
            <a:r>
              <a:rPr lang="en-US" altLang="en-US" b="1" dirty="0"/>
              <a:t>Discontinuities Found (DF)</a:t>
            </a:r>
            <a:r>
              <a:rPr lang="en-US" altLang="en-US" dirty="0"/>
              <a:t> and </a:t>
            </a:r>
            <a:r>
              <a:rPr lang="en-US" altLang="en-US" b="1" dirty="0"/>
              <a:t>Discontinuities Escaped (DE)</a:t>
            </a:r>
          </a:p>
          <a:p>
            <a:pPr>
              <a:buFontTx/>
              <a:buChar char="•"/>
            </a:pPr>
            <a:r>
              <a:rPr lang="en-US" altLang="en-US" dirty="0"/>
              <a:t>Changes are measured as part of Uniphase Store element. Here changes are measured in the form of </a:t>
            </a:r>
            <a:r>
              <a:rPr lang="en-US" altLang="en-US" b="1" dirty="0"/>
              <a:t>Forced change (FC) and Unforced change (UC).</a:t>
            </a:r>
          </a:p>
          <a:p>
            <a:endParaRPr lang="en-US" altLang="en-US" dirty="0"/>
          </a:p>
          <a:p>
            <a:r>
              <a:rPr lang="en-US" altLang="en-US" dirty="0"/>
              <a:t>For any project execution which uses KPIT SDPM, the above </a:t>
            </a:r>
            <a:r>
              <a:rPr lang="en-US" altLang="en-US" b="1" dirty="0"/>
              <a:t>SIX</a:t>
            </a:r>
            <a:r>
              <a:rPr lang="en-US" altLang="en-US" dirty="0"/>
              <a:t> measurement are mandatory.</a:t>
            </a:r>
          </a:p>
          <a:p>
            <a:endParaRPr lang="en-US" altLang="en-US" dirty="0"/>
          </a:p>
          <a:p>
            <a:endParaRPr lang="en-US" altLang="en-US" dirty="0"/>
          </a:p>
          <a:p>
            <a:endParaRPr lang="en-US" altLang="en-US" dirty="0"/>
          </a:p>
          <a:p>
            <a:endParaRPr lang="en-US" altLang="en-US" dirty="0"/>
          </a:p>
          <a:p>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12</a:t>
            </a:fld>
            <a:endParaRPr lang="en-US"/>
          </a:p>
        </p:txBody>
      </p:sp>
    </p:spTree>
    <p:extLst>
      <p:ext uri="{BB962C8B-B14F-4D97-AF65-F5344CB8AC3E}">
        <p14:creationId xmlns:p14="http://schemas.microsoft.com/office/powerpoint/2010/main" val="1919806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Myths of Software Metrics:</a:t>
            </a:r>
          </a:p>
          <a:p>
            <a:pPr lvl="3">
              <a:buFontTx/>
              <a:buChar char="•"/>
            </a:pPr>
            <a:r>
              <a:rPr lang="en-US" altLang="en-US" dirty="0">
                <a:latin typeface="Trebuchet MS" panose="020B0603020202020204" pitchFamily="34" charset="0"/>
              </a:rPr>
              <a:t>Useless and an expensive exercise in pointless data collection</a:t>
            </a:r>
          </a:p>
          <a:p>
            <a:pPr lvl="3">
              <a:buFontTx/>
              <a:buChar char="•"/>
            </a:pPr>
            <a:r>
              <a:rPr lang="en-US" altLang="en-US" sz="1000" dirty="0">
                <a:latin typeface="Trebuchet MS" panose="020B0603020202020204" pitchFamily="34" charset="0"/>
              </a:rPr>
              <a:t>Expensive and useless if collected without any objective</a:t>
            </a:r>
          </a:p>
          <a:p>
            <a:endParaRPr lang="en-US" altLang="en-US" sz="1000" dirty="0">
              <a:latin typeface="Trebuchet MS" panose="020B0603020202020204" pitchFamily="34" charset="0"/>
            </a:endParaRPr>
          </a:p>
          <a:p>
            <a:r>
              <a:rPr lang="en-US" altLang="en-US" dirty="0">
                <a:latin typeface="Trebuchet MS" panose="020B0603020202020204" pitchFamily="34" charset="0"/>
              </a:rPr>
              <a:t>Software metrics must be defined with their intent in mind. </a:t>
            </a:r>
          </a:p>
          <a:p>
            <a:pPr lvl="2">
              <a:buSzPct val="75000"/>
            </a:pPr>
            <a:r>
              <a:rPr lang="en-US" altLang="en-US" dirty="0">
                <a:latin typeface="Trebuchet MS" panose="020B0603020202020204" pitchFamily="34" charset="0"/>
              </a:rPr>
              <a:t>Goal oriented measurement (metrics collection) provides </a:t>
            </a:r>
          </a:p>
          <a:p>
            <a:pPr lvl="3">
              <a:buSzPct val="75000"/>
              <a:buFontTx/>
              <a:buChar char="•"/>
            </a:pPr>
            <a:r>
              <a:rPr lang="en-US" altLang="en-US" dirty="0">
                <a:latin typeface="Trebuchet MS" panose="020B0603020202020204" pitchFamily="34" charset="0"/>
              </a:rPr>
              <a:t>Metric definitions</a:t>
            </a:r>
          </a:p>
          <a:p>
            <a:pPr lvl="3">
              <a:buSzPct val="75000"/>
              <a:buFontTx/>
              <a:buChar char="•"/>
            </a:pPr>
            <a:r>
              <a:rPr lang="en-US" altLang="en-US" dirty="0">
                <a:latin typeface="Trebuchet MS" panose="020B0603020202020204" pitchFamily="34" charset="0"/>
              </a:rPr>
              <a:t>Context for making interpretations of their values</a:t>
            </a:r>
          </a:p>
          <a:p>
            <a:pPr lvl="3">
              <a:buSzPct val="75000"/>
              <a:buFontTx/>
              <a:buChar char="•"/>
            </a:pPr>
            <a:r>
              <a:rPr lang="en-US" altLang="en-US" dirty="0">
                <a:latin typeface="Trebuchet MS" panose="020B0603020202020204" pitchFamily="34" charset="0"/>
              </a:rPr>
              <a:t>Useful to Engineers and Managers for making decisions.</a:t>
            </a:r>
          </a:p>
          <a:p>
            <a:endParaRPr lang="en-US" altLang="en-US" sz="1000" dirty="0">
              <a:latin typeface="Trebuchet MS" panose="020B0603020202020204" pitchFamily="34" charset="0"/>
            </a:endParaRP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13</a:t>
            </a:fld>
            <a:endParaRPr lang="en-US"/>
          </a:p>
        </p:txBody>
      </p:sp>
    </p:spTree>
    <p:extLst>
      <p:ext uri="{BB962C8B-B14F-4D97-AF65-F5344CB8AC3E}">
        <p14:creationId xmlns:p14="http://schemas.microsoft.com/office/powerpoint/2010/main" val="2117736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altLang="en-US" dirty="0"/>
              <a:t>The characteristic of good Metrics are:</a:t>
            </a:r>
          </a:p>
          <a:p>
            <a:pPr marL="228600" indent="-228600">
              <a:buFontTx/>
              <a:buAutoNum type="arabicPeriod"/>
            </a:pPr>
            <a:r>
              <a:rPr lang="en-US" altLang="en-US" dirty="0"/>
              <a:t>Precise and simple: This indicate that collected metrics should be </a:t>
            </a:r>
            <a:r>
              <a:rPr lang="en-US" altLang="en-US" dirty="0">
                <a:latin typeface="Trebuchet MS" panose="020B0603020202020204" pitchFamily="34" charset="0"/>
              </a:rPr>
              <a:t>consistency both in calculation and analysis of the metrics values.</a:t>
            </a:r>
          </a:p>
          <a:p>
            <a:pPr marL="228600" indent="-228600">
              <a:buFontTx/>
              <a:buAutoNum type="arabicPeriod"/>
            </a:pPr>
            <a:r>
              <a:rPr lang="en-US" altLang="en-US" dirty="0"/>
              <a:t>Cost effective: </a:t>
            </a:r>
            <a:r>
              <a:rPr lang="en-US" altLang="en-US" dirty="0">
                <a:latin typeface="Trebuchet MS" panose="020B0603020202020204" pitchFamily="34" charset="0"/>
              </a:rPr>
              <a:t>The value of information obtained exceeds the cost of collecting and analyzing metrics i.e. Positive return on investment.</a:t>
            </a:r>
            <a:endParaRPr lang="en-US" altLang="en-US" sz="2000" dirty="0">
              <a:latin typeface="Trebuchet MS" panose="020B0603020202020204" pitchFamily="34" charset="0"/>
            </a:endParaRPr>
          </a:p>
          <a:p>
            <a:pPr marL="228600" indent="-228600">
              <a:buFontTx/>
              <a:buAutoNum type="arabicPeriod"/>
            </a:pPr>
            <a:r>
              <a:rPr lang="en-US" altLang="en-US" dirty="0"/>
              <a:t>Objective: The metrics should be measureable for calculation &amp; analysis. Metrics should not be subjective.</a:t>
            </a:r>
          </a:p>
          <a:p>
            <a:pPr marL="228600" indent="-228600">
              <a:buFontTx/>
              <a:buAutoNum type="arabicPeriod"/>
            </a:pPr>
            <a:r>
              <a:rPr lang="en-US" altLang="en-US" dirty="0"/>
              <a:t>Information: </a:t>
            </a:r>
            <a:r>
              <a:rPr lang="en-US" altLang="en-US" dirty="0">
                <a:latin typeface="Trebuchet MS" panose="020B0603020202020204" pitchFamily="34" charset="0"/>
              </a:rPr>
              <a:t>Ensures that changes to metrics values have meaningful interpretations.</a:t>
            </a:r>
          </a:p>
          <a:p>
            <a:pPr marL="228600" indent="-228600"/>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14</a:t>
            </a:fld>
            <a:endParaRPr lang="en-US"/>
          </a:p>
        </p:txBody>
      </p:sp>
    </p:spTree>
    <p:extLst>
      <p:ext uri="{BB962C8B-B14F-4D97-AF65-F5344CB8AC3E}">
        <p14:creationId xmlns:p14="http://schemas.microsoft.com/office/powerpoint/2010/main" val="3495662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Potential audience for Metrics are:</a:t>
            </a:r>
          </a:p>
          <a:p>
            <a:pPr>
              <a:buFontTx/>
              <a:buChar char="•"/>
            </a:pPr>
            <a:r>
              <a:rPr lang="en-US" altLang="en-US" dirty="0"/>
              <a:t>Software Users/Customer: Here either of them are i</a:t>
            </a:r>
            <a:r>
              <a:rPr lang="en-US" altLang="en-US" dirty="0">
                <a:latin typeface="Trebuchet MS" panose="020B0603020202020204" pitchFamily="34" charset="0"/>
              </a:rPr>
              <a:t>nterested in quality and value of the software products.</a:t>
            </a:r>
          </a:p>
          <a:p>
            <a:pPr>
              <a:buFontTx/>
              <a:buChar char="•"/>
            </a:pPr>
            <a:r>
              <a:rPr lang="en-US" altLang="en-US" dirty="0"/>
              <a:t>Management Committee/Operation Managers who are i</a:t>
            </a:r>
            <a:r>
              <a:rPr lang="en-US" altLang="en-US" dirty="0">
                <a:latin typeface="Trebuchet MS" panose="020B0603020202020204" pitchFamily="34" charset="0"/>
              </a:rPr>
              <a:t>nterested in overall control and improvement across all the projects in the organization.</a:t>
            </a:r>
          </a:p>
          <a:p>
            <a:pPr>
              <a:buFontTx/>
              <a:buChar char="•"/>
            </a:pPr>
            <a:r>
              <a:rPr lang="en-US" altLang="en-US" dirty="0"/>
              <a:t>Project Leaders are i</a:t>
            </a:r>
            <a:r>
              <a:rPr lang="en-US" altLang="en-US" dirty="0">
                <a:latin typeface="Trebuchet MS" panose="020B0603020202020204" pitchFamily="34" charset="0"/>
              </a:rPr>
              <a:t>nterested in control and improvement of the specific projects they handle.</a:t>
            </a:r>
          </a:p>
          <a:p>
            <a:pPr>
              <a:buFontTx/>
              <a:buChar char="•"/>
            </a:pPr>
            <a:r>
              <a:rPr lang="en-US" altLang="en-US" dirty="0"/>
              <a:t>Developers</a:t>
            </a:r>
            <a:r>
              <a:rPr lang="en-US" altLang="en-US" dirty="0">
                <a:latin typeface="Trebuchet MS" panose="020B0603020202020204" pitchFamily="34" charset="0"/>
              </a:rPr>
              <a:t> </a:t>
            </a:r>
            <a:r>
              <a:rPr lang="en-US" altLang="en-US" dirty="0"/>
              <a:t>are </a:t>
            </a:r>
            <a:r>
              <a:rPr lang="en-US" altLang="en-US" dirty="0">
                <a:latin typeface="Trebuchet MS" panose="020B0603020202020204" pitchFamily="34" charset="0"/>
              </a:rPr>
              <a:t>interested in control and improvement of the work they do related to a specific project.</a:t>
            </a:r>
          </a:p>
          <a:p>
            <a:pPr>
              <a:buFontTx/>
              <a:buChar char="•"/>
            </a:pPr>
            <a:r>
              <a:rPr lang="en-US" altLang="en-US" dirty="0">
                <a:latin typeface="Trebuchet MS" panose="020B0603020202020204" pitchFamily="34" charset="0"/>
              </a:rPr>
              <a:t>Process Excellence Group members (SEPG) </a:t>
            </a:r>
            <a:r>
              <a:rPr lang="en-US" altLang="en-US" dirty="0"/>
              <a:t>are </a:t>
            </a:r>
            <a:r>
              <a:rPr lang="en-US" altLang="en-US" dirty="0">
                <a:latin typeface="Trebuchet MS" panose="020B0603020202020204" pitchFamily="34" charset="0"/>
              </a:rPr>
              <a:t>interested in a  cross section of what the above four audiences are interested and help them in using the metrics result.</a:t>
            </a:r>
          </a:p>
          <a:p>
            <a:pPr lvl="1">
              <a:buSzPct val="75000"/>
            </a:pPr>
            <a:endParaRPr lang="en-US" altLang="en-US" dirty="0">
              <a:latin typeface="Trebuchet MS" panose="020B0603020202020204" pitchFamily="34" charset="0"/>
            </a:endParaRPr>
          </a:p>
          <a:p>
            <a:pPr>
              <a:buFontTx/>
              <a:buChar char="•"/>
            </a:pPr>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15</a:t>
            </a:fld>
            <a:endParaRPr lang="en-US"/>
          </a:p>
        </p:txBody>
      </p:sp>
    </p:spTree>
    <p:extLst>
      <p:ext uri="{BB962C8B-B14F-4D97-AF65-F5344CB8AC3E}">
        <p14:creationId xmlns:p14="http://schemas.microsoft.com/office/powerpoint/2010/main" val="28481229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228600" indent="-228600"/>
            <a:r>
              <a:rPr lang="en-US" altLang="en-US" dirty="0"/>
              <a:t>There are THREE levels of Metrics application in KPIT:</a:t>
            </a:r>
          </a:p>
          <a:p>
            <a:pPr marL="228600" indent="-228600">
              <a:buFontTx/>
              <a:buAutoNum type="arabicPeriod"/>
            </a:pPr>
            <a:r>
              <a:rPr lang="en-US" altLang="en-US" dirty="0"/>
              <a:t>Organization Level</a:t>
            </a:r>
          </a:p>
          <a:p>
            <a:pPr marL="685800" lvl="1" indent="-228600">
              <a:buSzPct val="75000"/>
            </a:pPr>
            <a:r>
              <a:rPr lang="en-US" altLang="en-US" dirty="0">
                <a:latin typeface="Trebuchet MS" panose="020B0603020202020204" pitchFamily="34" charset="0"/>
              </a:rPr>
              <a:t>Data across several projects may be lumped together to provide a view of the attributes (such as productivity, quality, cycle time across projects) that satisfy the organizational goals.</a:t>
            </a:r>
          </a:p>
          <a:p>
            <a:pPr marL="228600" indent="-228600">
              <a:buFontTx/>
              <a:buAutoNum type="arabicPeriod"/>
            </a:pPr>
            <a:r>
              <a:rPr lang="en-US" altLang="en-US" dirty="0"/>
              <a:t>Product Group Level</a:t>
            </a:r>
          </a:p>
          <a:p>
            <a:pPr marL="685800" lvl="1" indent="-228600">
              <a:buSzPct val="75000"/>
            </a:pPr>
            <a:r>
              <a:rPr lang="en-US" altLang="en-US" dirty="0">
                <a:latin typeface="Trebuchet MS" panose="020B0603020202020204" pitchFamily="34" charset="0"/>
              </a:rPr>
              <a:t>Data across several  projects of the same domain (say real time embedded application) may be lumped together to provide a view of the attributes affecting those projects.</a:t>
            </a:r>
          </a:p>
          <a:p>
            <a:pPr marL="228600" indent="-228600">
              <a:buFontTx/>
              <a:buAutoNum type="arabicPeriod"/>
            </a:pPr>
            <a:r>
              <a:rPr lang="en-US" altLang="en-US" dirty="0"/>
              <a:t>Project Group Level</a:t>
            </a:r>
          </a:p>
          <a:p>
            <a:pPr marL="685800" lvl="1" indent="-228600">
              <a:buSzPct val="75000"/>
            </a:pPr>
            <a:r>
              <a:rPr lang="en-US" altLang="en-US" dirty="0">
                <a:latin typeface="Trebuchet MS" panose="020B0603020202020204" pitchFamily="34" charset="0"/>
              </a:rPr>
              <a:t>Data within the project is tracked during the course of the project and discussed during the Uniphase Kickoff / Postmortem meeting in order to plan and control the project, as well as to improve similar projects.</a:t>
            </a:r>
          </a:p>
          <a:p>
            <a:pPr marL="228600" indent="-228600"/>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16</a:t>
            </a:fld>
            <a:endParaRPr lang="en-US"/>
          </a:p>
        </p:txBody>
      </p:sp>
    </p:spTree>
    <p:extLst>
      <p:ext uri="{BB962C8B-B14F-4D97-AF65-F5344CB8AC3E}">
        <p14:creationId xmlns:p14="http://schemas.microsoft.com/office/powerpoint/2010/main" val="266092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Software Metrics helps the User by:</a:t>
            </a:r>
          </a:p>
          <a:p>
            <a:pPr lvl="1">
              <a:buSzPct val="75000"/>
              <a:buFontTx/>
              <a:buChar char="•"/>
            </a:pPr>
            <a:r>
              <a:rPr lang="en-US" altLang="en-US" dirty="0">
                <a:latin typeface="Trebuchet MS" panose="020B0603020202020204" pitchFamily="34" charset="0"/>
              </a:rPr>
              <a:t>Defining metrics and obtaining consensus/acceptance by the user community. In simple words ‘easy to prove with numerical’.</a:t>
            </a:r>
          </a:p>
          <a:p>
            <a:pPr lvl="1">
              <a:buSzPct val="75000"/>
              <a:buFontTx/>
              <a:buChar char="•"/>
            </a:pPr>
            <a:r>
              <a:rPr lang="en-US" altLang="en-US" dirty="0">
                <a:latin typeface="Trebuchet MS" panose="020B0603020202020204" pitchFamily="34" charset="0"/>
              </a:rPr>
              <a:t>Training metric users and providing consultation for implementation</a:t>
            </a:r>
          </a:p>
          <a:p>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17</a:t>
            </a:fld>
            <a:endParaRPr lang="en-US"/>
          </a:p>
        </p:txBody>
      </p:sp>
    </p:spTree>
    <p:extLst>
      <p:ext uri="{BB962C8B-B14F-4D97-AF65-F5344CB8AC3E}">
        <p14:creationId xmlns:p14="http://schemas.microsoft.com/office/powerpoint/2010/main" val="1951435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t>Figure shows how Metrics is institutionalized in line with Organization goals.</a:t>
            </a:r>
          </a:p>
          <a:p>
            <a:r>
              <a:rPr lang="en-US" altLang="en-US" dirty="0"/>
              <a:t>Here the Organization goals are achieved through Organizational objectives which is derivative of Process and Metrics collection.</a:t>
            </a:r>
          </a:p>
          <a:p>
            <a:r>
              <a:rPr lang="en-US" altLang="en-US" dirty="0"/>
              <a:t>Process and Metrics collection derivatives depend upon the environment factors which is influenced by people and technology.</a:t>
            </a:r>
          </a:p>
          <a:p>
            <a:r>
              <a:rPr lang="en-US" altLang="en-US" dirty="0"/>
              <a:t>After accomplishing the objectives the result indicate the process capability of the organization through which the organization goal is achieved.</a:t>
            </a:r>
          </a:p>
          <a:p>
            <a:endParaRPr lang="en-US" altLang="en-US" dirty="0"/>
          </a:p>
          <a:p>
            <a:r>
              <a:rPr lang="en-US" altLang="en-US" dirty="0"/>
              <a:t>Again a new organization objectives are established and the process goes on which indicate ‘Closed loop feedback system’.</a:t>
            </a:r>
          </a:p>
          <a:p>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18</a:t>
            </a:fld>
            <a:endParaRPr lang="en-US"/>
          </a:p>
        </p:txBody>
      </p:sp>
    </p:spTree>
    <p:extLst>
      <p:ext uri="{BB962C8B-B14F-4D97-AF65-F5344CB8AC3E}">
        <p14:creationId xmlns:p14="http://schemas.microsoft.com/office/powerpoint/2010/main" val="876729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t>Figure shows typical example of Metrics collection at KPIT.</a:t>
            </a: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19</a:t>
            </a:fld>
            <a:endParaRPr lang="en-US"/>
          </a:p>
        </p:txBody>
      </p:sp>
    </p:spTree>
    <p:extLst>
      <p:ext uri="{BB962C8B-B14F-4D97-AF65-F5344CB8AC3E}">
        <p14:creationId xmlns:p14="http://schemas.microsoft.com/office/powerpoint/2010/main" val="1057357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Opening_1">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AC14F98-EB08-4070-A49C-A8A25D76B6E3}"/>
              </a:ext>
            </a:extLst>
          </p:cNvPr>
          <p:cNvSpPr/>
          <p:nvPr/>
        </p:nvSpPr>
        <p:spPr>
          <a:xfrm>
            <a:off x="0" y="0"/>
            <a:ext cx="14630400" cy="822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p>
        </p:txBody>
      </p:sp>
      <p:sp>
        <p:nvSpPr>
          <p:cNvPr id="7" name="Picture Placeholder 6">
            <a:extLst>
              <a:ext uri="{FF2B5EF4-FFF2-40B4-BE49-F238E27FC236}">
                <a16:creationId xmlns:a16="http://schemas.microsoft.com/office/drawing/2014/main" id="{5838D46C-1FA0-4C20-A3A5-A71F44DAB3E8}"/>
              </a:ext>
            </a:extLst>
          </p:cNvPr>
          <p:cNvSpPr>
            <a:spLocks noGrp="1"/>
          </p:cNvSpPr>
          <p:nvPr>
            <p:ph type="pic" sz="quarter" idx="19"/>
          </p:nvPr>
        </p:nvSpPr>
        <p:spPr>
          <a:xfrm>
            <a:off x="0" y="0"/>
            <a:ext cx="14630400" cy="8229600"/>
          </a:xfrm>
          <a:noFill/>
        </p:spPr>
        <p:txBody>
          <a:bodyPr/>
          <a:lstStyle>
            <a:lvl1pPr marL="0" indent="0">
              <a:buNone/>
              <a:defRPr>
                <a:noFill/>
              </a:defRPr>
            </a:lvl1pPr>
          </a:lstStyle>
          <a:p>
            <a:r>
              <a:rPr lang="en-US"/>
              <a:t>Click icon to add picture</a:t>
            </a:r>
            <a:endParaRPr lang="en-US" dirty="0"/>
          </a:p>
        </p:txBody>
      </p:sp>
      <p:sp>
        <p:nvSpPr>
          <p:cNvPr id="2" name="Title_big_white"/>
          <p:cNvSpPr>
            <a:spLocks noGrp="1"/>
          </p:cNvSpPr>
          <p:nvPr>
            <p:ph type="title"/>
          </p:nvPr>
        </p:nvSpPr>
        <p:spPr>
          <a:xfrm>
            <a:off x="644951" y="2885241"/>
            <a:ext cx="13340500" cy="849463"/>
          </a:xfrm>
        </p:spPr>
        <p:txBody>
          <a:bodyPr/>
          <a:lstStyle>
            <a:lvl1pPr>
              <a:defRPr sz="4800" spc="0" baseline="0">
                <a:solidFill>
                  <a:srgbClr val="FFFFFF"/>
                </a:solidFill>
                <a:latin typeface="+mj-lt"/>
              </a:defRPr>
            </a:lvl1pPr>
          </a:lstStyle>
          <a:p>
            <a:r>
              <a:rPr lang="en-US"/>
              <a:t>Click to edit Master title style</a:t>
            </a:r>
            <a:endParaRPr lang="en-US" dirty="0"/>
          </a:p>
        </p:txBody>
      </p:sp>
      <p:sp>
        <p:nvSpPr>
          <p:cNvPr id="10" name="Text Placeholder 8"/>
          <p:cNvSpPr>
            <a:spLocks noGrp="1"/>
          </p:cNvSpPr>
          <p:nvPr>
            <p:ph type="body" sz="quarter" idx="16" hasCustomPrompt="1"/>
          </p:nvPr>
        </p:nvSpPr>
        <p:spPr>
          <a:xfrm>
            <a:off x="644951" y="2198080"/>
            <a:ext cx="1911082" cy="461592"/>
          </a:xfrm>
          <a:prstGeom prst="rect">
            <a:avLst/>
          </a:prstGeom>
          <a:solidFill>
            <a:schemeClr val="accent1"/>
          </a:solidFill>
        </p:spPr>
        <p:txBody>
          <a:bodyPr wrap="none" lIns="324000" tIns="36000" rIns="324000" bIns="36000" anchor="ctr" anchorCtr="0">
            <a:spAutoFit/>
          </a:bodyPr>
          <a:lstStyle>
            <a:lvl1pPr marL="0" indent="0" algn="l">
              <a:buNone/>
              <a:defRPr>
                <a:solidFill>
                  <a:schemeClr val="tx1"/>
                </a:solidFill>
                <a:latin typeface="+mj-lt"/>
                <a:ea typeface="Work Sans" panose="00000500000000000000" pitchFamily="2" charset="0"/>
                <a:cs typeface="Work Sans" panose="00000500000000000000" pitchFamily="2" charset="0"/>
              </a:defRPr>
            </a:lvl1pPr>
          </a:lstStyle>
          <a:p>
            <a:pPr lvl="0"/>
            <a:r>
              <a:rPr lang="en-US" dirty="0"/>
              <a:t>Add Date</a:t>
            </a:r>
          </a:p>
        </p:txBody>
      </p:sp>
      <p:sp>
        <p:nvSpPr>
          <p:cNvPr id="9" name="Footer Placeholder 8">
            <a:extLst>
              <a:ext uri="{FF2B5EF4-FFF2-40B4-BE49-F238E27FC236}">
                <a16:creationId xmlns:a16="http://schemas.microsoft.com/office/drawing/2014/main" id="{62156780-F5F3-4753-93A5-D6CFAECEA982}"/>
              </a:ext>
            </a:extLst>
          </p:cNvPr>
          <p:cNvSpPr>
            <a:spLocks noGrp="1"/>
          </p:cNvSpPr>
          <p:nvPr>
            <p:ph type="ftr" sz="quarter" idx="21"/>
          </p:nvPr>
        </p:nvSpPr>
        <p:spPr>
          <a:xfrm>
            <a:off x="644950" y="7588457"/>
            <a:ext cx="6670250" cy="294931"/>
          </a:xfrm>
        </p:spPr>
        <p:txBody>
          <a:bodyPr/>
          <a:lstStyle>
            <a:lvl1pPr algn="l">
              <a:defRPr>
                <a:solidFill>
                  <a:srgbClr val="FFFFFF"/>
                </a:solidFill>
              </a:defRPr>
            </a:lvl1pPr>
          </a:lstStyle>
          <a:p>
            <a:endParaRPr lang="en-US" dirty="0"/>
          </a:p>
        </p:txBody>
      </p:sp>
      <p:sp>
        <p:nvSpPr>
          <p:cNvPr id="11" name="Slide Number Placeholder 10">
            <a:extLst>
              <a:ext uri="{FF2B5EF4-FFF2-40B4-BE49-F238E27FC236}">
                <a16:creationId xmlns:a16="http://schemas.microsoft.com/office/drawing/2014/main" id="{E5774761-0146-4E08-A9F3-F691FF15CC94}"/>
              </a:ext>
            </a:extLst>
          </p:cNvPr>
          <p:cNvSpPr>
            <a:spLocks noGrp="1"/>
          </p:cNvSpPr>
          <p:nvPr>
            <p:ph type="sldNum" sz="quarter" idx="22"/>
          </p:nvPr>
        </p:nvSpPr>
        <p:spPr/>
        <p:txBody>
          <a:bodyPr/>
          <a:lstStyle>
            <a:lvl1pPr>
              <a:defRPr>
                <a:solidFill>
                  <a:srgbClr val="FFFFFF"/>
                </a:solidFill>
              </a:defRPr>
            </a:lvl1pPr>
          </a:lstStyle>
          <a:p>
            <a:fld id="{19A725F3-83D0-4529-A15C-9D644B8C51E0}" type="slidenum">
              <a:rPr lang="en-US" smtClean="0"/>
              <a:pPr/>
              <a:t>‹#›</a:t>
            </a:fld>
            <a:endParaRPr lang="en-US"/>
          </a:p>
        </p:txBody>
      </p:sp>
      <p:sp>
        <p:nvSpPr>
          <p:cNvPr id="4" name="Text Placeholder 3">
            <a:extLst>
              <a:ext uri="{FF2B5EF4-FFF2-40B4-BE49-F238E27FC236}">
                <a16:creationId xmlns:a16="http://schemas.microsoft.com/office/drawing/2014/main" id="{856D766E-B641-420F-ADC0-C99054ADED1A}"/>
              </a:ext>
            </a:extLst>
          </p:cNvPr>
          <p:cNvSpPr>
            <a:spLocks noGrp="1"/>
          </p:cNvSpPr>
          <p:nvPr>
            <p:ph type="body" sz="quarter" idx="23" hasCustomPrompt="1"/>
          </p:nvPr>
        </p:nvSpPr>
        <p:spPr>
          <a:xfrm>
            <a:off x="644951" y="5166544"/>
            <a:ext cx="5227320" cy="371474"/>
          </a:xfrm>
        </p:spPr>
        <p:txBody>
          <a:bodyPr/>
          <a:lstStyle>
            <a:lvl1pPr marL="0" indent="0" algn="l">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 Name</a:t>
            </a:r>
            <a:endParaRPr lang="en-IN" dirty="0"/>
          </a:p>
        </p:txBody>
      </p:sp>
    </p:spTree>
    <p:extLst>
      <p:ext uri="{BB962C8B-B14F-4D97-AF65-F5344CB8AC3E}">
        <p14:creationId xmlns:p14="http://schemas.microsoft.com/office/powerpoint/2010/main" val="2627313109"/>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Opening_2">
    <p:bg>
      <p:bgPr>
        <a:solidFill>
          <a:schemeClr val="accent2"/>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21EBD52-9DDE-4C3D-BF91-2DD57BB3A21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0" name="Text Placeholder 8"/>
          <p:cNvSpPr>
            <a:spLocks noGrp="1"/>
          </p:cNvSpPr>
          <p:nvPr>
            <p:ph type="body" sz="quarter" idx="16" hasCustomPrompt="1"/>
          </p:nvPr>
        </p:nvSpPr>
        <p:spPr>
          <a:xfrm>
            <a:off x="644949" y="2198080"/>
            <a:ext cx="1911082" cy="461592"/>
          </a:xfrm>
          <a:prstGeom prst="rect">
            <a:avLst/>
          </a:prstGeom>
          <a:solidFill>
            <a:schemeClr val="accent1"/>
          </a:solidFill>
        </p:spPr>
        <p:txBody>
          <a:bodyPr wrap="none" lIns="324000" tIns="36000" rIns="324000" bIns="36000" anchor="ctr" anchorCtr="0">
            <a:spAutoFit/>
          </a:bodyPr>
          <a:lstStyle>
            <a:lvl1pPr marL="0" indent="0" algn="l">
              <a:buNone/>
              <a:defRPr>
                <a:solidFill>
                  <a:schemeClr val="tx1"/>
                </a:solidFill>
                <a:latin typeface="+mj-lt"/>
                <a:ea typeface="Work Sans" panose="00000500000000000000" pitchFamily="2" charset="0"/>
                <a:cs typeface="Work Sans" panose="00000500000000000000" pitchFamily="2" charset="0"/>
              </a:defRPr>
            </a:lvl1pPr>
          </a:lstStyle>
          <a:p>
            <a:pPr lvl="0"/>
            <a:r>
              <a:rPr lang="en-US" dirty="0"/>
              <a:t>Add Date</a:t>
            </a:r>
          </a:p>
        </p:txBody>
      </p:sp>
      <p:sp>
        <p:nvSpPr>
          <p:cNvPr id="9" name="Footer Placeholder 8">
            <a:extLst>
              <a:ext uri="{FF2B5EF4-FFF2-40B4-BE49-F238E27FC236}">
                <a16:creationId xmlns:a16="http://schemas.microsoft.com/office/drawing/2014/main" id="{62156780-F5F3-4753-93A5-D6CFAECEA982}"/>
              </a:ext>
            </a:extLst>
          </p:cNvPr>
          <p:cNvSpPr>
            <a:spLocks noGrp="1"/>
          </p:cNvSpPr>
          <p:nvPr>
            <p:ph type="ftr" sz="quarter" idx="21"/>
          </p:nvPr>
        </p:nvSpPr>
        <p:spPr>
          <a:xfrm>
            <a:off x="644950" y="7588457"/>
            <a:ext cx="6670250" cy="294931"/>
          </a:xfrm>
        </p:spPr>
        <p:txBody>
          <a:bodyPr/>
          <a:lstStyle>
            <a:lvl1pPr algn="l">
              <a:defRPr>
                <a:solidFill>
                  <a:srgbClr val="FFFFFF"/>
                </a:solidFill>
              </a:defRPr>
            </a:lvl1pPr>
          </a:lstStyle>
          <a:p>
            <a:endParaRPr lang="en-US" dirty="0"/>
          </a:p>
        </p:txBody>
      </p:sp>
      <p:sp>
        <p:nvSpPr>
          <p:cNvPr id="11" name="Slide Number Placeholder 10">
            <a:extLst>
              <a:ext uri="{FF2B5EF4-FFF2-40B4-BE49-F238E27FC236}">
                <a16:creationId xmlns:a16="http://schemas.microsoft.com/office/drawing/2014/main" id="{E5774761-0146-4E08-A9F3-F691FF15CC94}"/>
              </a:ext>
            </a:extLst>
          </p:cNvPr>
          <p:cNvSpPr>
            <a:spLocks noGrp="1"/>
          </p:cNvSpPr>
          <p:nvPr>
            <p:ph type="sldNum" sz="quarter" idx="22"/>
          </p:nvPr>
        </p:nvSpPr>
        <p:spPr/>
        <p:txBody>
          <a:bodyPr/>
          <a:lstStyle>
            <a:lvl1pPr>
              <a:defRPr>
                <a:solidFill>
                  <a:srgbClr val="FFFFFF"/>
                </a:solidFill>
              </a:defRPr>
            </a:lvl1pPr>
          </a:lstStyle>
          <a:p>
            <a:fld id="{19A725F3-83D0-4529-A15C-9D644B8C51E0}" type="slidenum">
              <a:rPr lang="en-US" smtClean="0"/>
              <a:pPr/>
              <a:t>‹#›</a:t>
            </a:fld>
            <a:endParaRPr lang="en-US"/>
          </a:p>
        </p:txBody>
      </p:sp>
      <p:sp>
        <p:nvSpPr>
          <p:cNvPr id="4" name="Text Placeholder 3">
            <a:extLst>
              <a:ext uri="{FF2B5EF4-FFF2-40B4-BE49-F238E27FC236}">
                <a16:creationId xmlns:a16="http://schemas.microsoft.com/office/drawing/2014/main" id="{856D766E-B641-420F-ADC0-C99054ADED1A}"/>
              </a:ext>
            </a:extLst>
          </p:cNvPr>
          <p:cNvSpPr>
            <a:spLocks noGrp="1"/>
          </p:cNvSpPr>
          <p:nvPr>
            <p:ph type="body" sz="quarter" idx="23" hasCustomPrompt="1"/>
          </p:nvPr>
        </p:nvSpPr>
        <p:spPr>
          <a:xfrm>
            <a:off x="644949" y="5423064"/>
            <a:ext cx="6116789" cy="474907"/>
          </a:xfrm>
        </p:spPr>
        <p:txBody>
          <a:bodyPr/>
          <a:lstStyle>
            <a:lvl1pPr marL="0" indent="0" algn="l">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 Name</a:t>
            </a:r>
            <a:endParaRPr lang="en-IN" dirty="0"/>
          </a:p>
        </p:txBody>
      </p:sp>
      <p:sp>
        <p:nvSpPr>
          <p:cNvPr id="3" name="Rectangle 2">
            <a:extLst>
              <a:ext uri="{FF2B5EF4-FFF2-40B4-BE49-F238E27FC236}">
                <a16:creationId xmlns:a16="http://schemas.microsoft.com/office/drawing/2014/main" id="{E507BD00-5D13-4A3C-90DA-C226C07456C8}"/>
              </a:ext>
            </a:extLst>
          </p:cNvPr>
          <p:cNvSpPr/>
          <p:nvPr/>
        </p:nvSpPr>
        <p:spPr>
          <a:xfrm>
            <a:off x="6762584" y="2325756"/>
            <a:ext cx="1105234" cy="1133062"/>
          </a:xfrm>
          <a:prstGeom prst="rect">
            <a:avLst/>
          </a:prstGeom>
          <a:solidFill>
            <a:srgbClr val="212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p>
        </p:txBody>
      </p:sp>
      <p:sp>
        <p:nvSpPr>
          <p:cNvPr id="2" name="Title_big_white"/>
          <p:cNvSpPr>
            <a:spLocks noGrp="1"/>
          </p:cNvSpPr>
          <p:nvPr>
            <p:ph type="title"/>
          </p:nvPr>
        </p:nvSpPr>
        <p:spPr>
          <a:xfrm>
            <a:off x="644950" y="2885241"/>
            <a:ext cx="8395682" cy="1569660"/>
          </a:xfrm>
        </p:spPr>
        <p:txBody>
          <a:bodyPr/>
          <a:lstStyle>
            <a:lvl1pPr>
              <a:defRPr sz="4800" spc="0" baseline="0">
                <a:solidFill>
                  <a:srgbClr val="FFFFFF"/>
                </a:solidFill>
                <a:latin typeface="+mj-lt"/>
              </a:defRPr>
            </a:lvl1pPr>
          </a:lstStyle>
          <a:p>
            <a:r>
              <a:rPr lang="en-US"/>
              <a:t>Click to edit Master title style</a:t>
            </a:r>
            <a:endParaRPr lang="en-US" dirty="0"/>
          </a:p>
        </p:txBody>
      </p:sp>
      <p:grpSp>
        <p:nvGrpSpPr>
          <p:cNvPr id="13" name="Group 12">
            <a:extLst>
              <a:ext uri="{FF2B5EF4-FFF2-40B4-BE49-F238E27FC236}">
                <a16:creationId xmlns:a16="http://schemas.microsoft.com/office/drawing/2014/main" id="{1BB25C1C-6629-4BA4-9851-F12F6AFDD6B6}"/>
              </a:ext>
            </a:extLst>
          </p:cNvPr>
          <p:cNvGrpSpPr/>
          <p:nvPr/>
        </p:nvGrpSpPr>
        <p:grpSpPr>
          <a:xfrm>
            <a:off x="644950" y="5106858"/>
            <a:ext cx="734916" cy="150583"/>
            <a:chOff x="575859" y="4778289"/>
            <a:chExt cx="887181" cy="181782"/>
          </a:xfrm>
          <a:solidFill>
            <a:schemeClr val="accent4"/>
          </a:solidFill>
        </p:grpSpPr>
        <p:sp>
          <p:nvSpPr>
            <p:cNvPr id="14" name="Oval 13">
              <a:extLst>
                <a:ext uri="{FF2B5EF4-FFF2-40B4-BE49-F238E27FC236}">
                  <a16:creationId xmlns:a16="http://schemas.microsoft.com/office/drawing/2014/main" id="{7F9D0966-B22F-47C2-BA2B-ECBA03B6232D}"/>
                </a:ext>
              </a:extLst>
            </p:cNvPr>
            <p:cNvSpPr/>
            <p:nvPr/>
          </p:nvSpPr>
          <p:spPr>
            <a:xfrm>
              <a:off x="575859" y="4778289"/>
              <a:ext cx="181782" cy="18178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solidFill>
                  <a:prstClr val="white"/>
                </a:solidFill>
              </a:endParaRPr>
            </a:p>
          </p:txBody>
        </p:sp>
        <p:sp>
          <p:nvSpPr>
            <p:cNvPr id="15" name="Rectangle 14">
              <a:extLst>
                <a:ext uri="{FF2B5EF4-FFF2-40B4-BE49-F238E27FC236}">
                  <a16:creationId xmlns:a16="http://schemas.microsoft.com/office/drawing/2014/main" id="{814F64AA-4A70-49BD-9FA1-7F42629FCA3C}"/>
                </a:ext>
              </a:extLst>
            </p:cNvPr>
            <p:cNvSpPr/>
            <p:nvPr/>
          </p:nvSpPr>
          <p:spPr>
            <a:xfrm>
              <a:off x="845820" y="4788492"/>
              <a:ext cx="617220" cy="1613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solidFill>
                  <a:prstClr val="white"/>
                </a:solidFill>
              </a:endParaRPr>
            </a:p>
          </p:txBody>
        </p:sp>
      </p:grpSp>
      <p:grpSp>
        <p:nvGrpSpPr>
          <p:cNvPr id="16" name="Group 15">
            <a:extLst>
              <a:ext uri="{FF2B5EF4-FFF2-40B4-BE49-F238E27FC236}">
                <a16:creationId xmlns:a16="http://schemas.microsoft.com/office/drawing/2014/main" id="{FE003E77-5EC9-4043-82E6-DA753DA68411}"/>
              </a:ext>
            </a:extLst>
          </p:cNvPr>
          <p:cNvGrpSpPr/>
          <p:nvPr/>
        </p:nvGrpSpPr>
        <p:grpSpPr>
          <a:xfrm>
            <a:off x="644950" y="802004"/>
            <a:ext cx="2200300" cy="632688"/>
            <a:chOff x="522288" y="496888"/>
            <a:chExt cx="866775" cy="249238"/>
          </a:xfrm>
          <a:solidFill>
            <a:schemeClr val="accent2"/>
          </a:solidFill>
        </p:grpSpPr>
        <p:sp>
          <p:nvSpPr>
            <p:cNvPr id="17" name="Rectangle 5">
              <a:extLst>
                <a:ext uri="{FF2B5EF4-FFF2-40B4-BE49-F238E27FC236}">
                  <a16:creationId xmlns:a16="http://schemas.microsoft.com/office/drawing/2014/main" id="{D171461C-7E11-4727-BC70-1A3E99B78E08}"/>
                </a:ext>
              </a:extLst>
            </p:cNvPr>
            <p:cNvSpPr>
              <a:spLocks noChangeArrowheads="1"/>
            </p:cNvSpPr>
            <p:nvPr/>
          </p:nvSpPr>
          <p:spPr bwMode="auto">
            <a:xfrm>
              <a:off x="1054100" y="500063"/>
              <a:ext cx="38100" cy="244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18" name="Freeform 6">
              <a:extLst>
                <a:ext uri="{FF2B5EF4-FFF2-40B4-BE49-F238E27FC236}">
                  <a16:creationId xmlns:a16="http://schemas.microsoft.com/office/drawing/2014/main" id="{CDCB1985-1E91-4176-A736-EDBF686BACE5}"/>
                </a:ext>
              </a:extLst>
            </p:cNvPr>
            <p:cNvSpPr>
              <a:spLocks/>
            </p:cNvSpPr>
            <p:nvPr/>
          </p:nvSpPr>
          <p:spPr bwMode="auto">
            <a:xfrm>
              <a:off x="1198563" y="500063"/>
              <a:ext cx="106363" cy="244475"/>
            </a:xfrm>
            <a:custGeom>
              <a:avLst/>
              <a:gdLst>
                <a:gd name="T0" fmla="*/ 0 w 67"/>
                <a:gd name="T1" fmla="*/ 0 h 154"/>
                <a:gd name="T2" fmla="*/ 0 w 67"/>
                <a:gd name="T3" fmla="*/ 22 h 154"/>
                <a:gd name="T4" fmla="*/ 44 w 67"/>
                <a:gd name="T5" fmla="*/ 22 h 154"/>
                <a:gd name="T6" fmla="*/ 44 w 67"/>
                <a:gd name="T7" fmla="*/ 154 h 154"/>
                <a:gd name="T8" fmla="*/ 67 w 67"/>
                <a:gd name="T9" fmla="*/ 154 h 154"/>
                <a:gd name="T10" fmla="*/ 67 w 67"/>
                <a:gd name="T11" fmla="*/ 22 h 154"/>
                <a:gd name="T12" fmla="*/ 67 w 67"/>
                <a:gd name="T13" fmla="*/ 0 h 154"/>
                <a:gd name="T14" fmla="*/ 0 w 67"/>
                <a:gd name="T15" fmla="*/ 0 h 1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54">
                  <a:moveTo>
                    <a:pt x="0" y="0"/>
                  </a:moveTo>
                  <a:lnTo>
                    <a:pt x="0" y="22"/>
                  </a:lnTo>
                  <a:lnTo>
                    <a:pt x="44" y="22"/>
                  </a:lnTo>
                  <a:lnTo>
                    <a:pt x="44" y="154"/>
                  </a:lnTo>
                  <a:lnTo>
                    <a:pt x="67" y="154"/>
                  </a:lnTo>
                  <a:lnTo>
                    <a:pt x="67" y="22"/>
                  </a:lnTo>
                  <a:lnTo>
                    <a:pt x="6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19" name="Freeform 7">
              <a:extLst>
                <a:ext uri="{FF2B5EF4-FFF2-40B4-BE49-F238E27FC236}">
                  <a16:creationId xmlns:a16="http://schemas.microsoft.com/office/drawing/2014/main" id="{EBA7B760-C9CC-4119-BE9E-1F211E951866}"/>
                </a:ext>
              </a:extLst>
            </p:cNvPr>
            <p:cNvSpPr>
              <a:spLocks noEditPoints="1"/>
            </p:cNvSpPr>
            <p:nvPr/>
          </p:nvSpPr>
          <p:spPr bwMode="auto">
            <a:xfrm>
              <a:off x="790575" y="500063"/>
              <a:ext cx="176213" cy="244475"/>
            </a:xfrm>
            <a:custGeom>
              <a:avLst/>
              <a:gdLst>
                <a:gd name="T0" fmla="*/ 411 w 471"/>
                <a:gd name="T1" fmla="*/ 58 h 648"/>
                <a:gd name="T2" fmla="*/ 249 w 471"/>
                <a:gd name="T3" fmla="*/ 0 h 648"/>
                <a:gd name="T4" fmla="*/ 0 w 471"/>
                <a:gd name="T5" fmla="*/ 0 h 648"/>
                <a:gd name="T6" fmla="*/ 0 w 471"/>
                <a:gd name="T7" fmla="*/ 648 h 648"/>
                <a:gd name="T8" fmla="*/ 101 w 471"/>
                <a:gd name="T9" fmla="*/ 648 h 648"/>
                <a:gd name="T10" fmla="*/ 101 w 471"/>
                <a:gd name="T11" fmla="*/ 422 h 648"/>
                <a:gd name="T12" fmla="*/ 242 w 471"/>
                <a:gd name="T13" fmla="*/ 422 h 648"/>
                <a:gd name="T14" fmla="*/ 409 w 471"/>
                <a:gd name="T15" fmla="*/ 365 h 648"/>
                <a:gd name="T16" fmla="*/ 471 w 471"/>
                <a:gd name="T17" fmla="*/ 210 h 648"/>
                <a:gd name="T18" fmla="*/ 411 w 471"/>
                <a:gd name="T19" fmla="*/ 58 h 648"/>
                <a:gd name="T20" fmla="*/ 365 w 471"/>
                <a:gd name="T21" fmla="*/ 210 h 648"/>
                <a:gd name="T22" fmla="*/ 331 w 471"/>
                <a:gd name="T23" fmla="*/ 296 h 648"/>
                <a:gd name="T24" fmla="*/ 233 w 471"/>
                <a:gd name="T25" fmla="*/ 327 h 648"/>
                <a:gd name="T26" fmla="*/ 101 w 471"/>
                <a:gd name="T27" fmla="*/ 327 h 648"/>
                <a:gd name="T28" fmla="*/ 101 w 471"/>
                <a:gd name="T29" fmla="*/ 95 h 648"/>
                <a:gd name="T30" fmla="*/ 239 w 471"/>
                <a:gd name="T31" fmla="*/ 95 h 648"/>
                <a:gd name="T32" fmla="*/ 331 w 471"/>
                <a:gd name="T33" fmla="*/ 126 h 648"/>
                <a:gd name="T34" fmla="*/ 365 w 471"/>
                <a:gd name="T35" fmla="*/ 210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1" h="648">
                  <a:moveTo>
                    <a:pt x="411" y="58"/>
                  </a:moveTo>
                  <a:cubicBezTo>
                    <a:pt x="370" y="20"/>
                    <a:pt x="316" y="0"/>
                    <a:pt x="249" y="0"/>
                  </a:cubicBezTo>
                  <a:cubicBezTo>
                    <a:pt x="0" y="0"/>
                    <a:pt x="0" y="0"/>
                    <a:pt x="0" y="0"/>
                  </a:cubicBezTo>
                  <a:cubicBezTo>
                    <a:pt x="0" y="648"/>
                    <a:pt x="0" y="648"/>
                    <a:pt x="0" y="648"/>
                  </a:cubicBezTo>
                  <a:cubicBezTo>
                    <a:pt x="101" y="648"/>
                    <a:pt x="101" y="648"/>
                    <a:pt x="101" y="648"/>
                  </a:cubicBezTo>
                  <a:cubicBezTo>
                    <a:pt x="101" y="422"/>
                    <a:pt x="101" y="422"/>
                    <a:pt x="101" y="422"/>
                  </a:cubicBezTo>
                  <a:cubicBezTo>
                    <a:pt x="242" y="422"/>
                    <a:pt x="242" y="422"/>
                    <a:pt x="242" y="422"/>
                  </a:cubicBezTo>
                  <a:cubicBezTo>
                    <a:pt x="313" y="422"/>
                    <a:pt x="369" y="403"/>
                    <a:pt x="409" y="365"/>
                  </a:cubicBezTo>
                  <a:cubicBezTo>
                    <a:pt x="450" y="327"/>
                    <a:pt x="471" y="275"/>
                    <a:pt x="471" y="210"/>
                  </a:cubicBezTo>
                  <a:cubicBezTo>
                    <a:pt x="471" y="148"/>
                    <a:pt x="451" y="97"/>
                    <a:pt x="411" y="58"/>
                  </a:cubicBezTo>
                  <a:moveTo>
                    <a:pt x="365" y="210"/>
                  </a:moveTo>
                  <a:cubicBezTo>
                    <a:pt x="365" y="247"/>
                    <a:pt x="354" y="276"/>
                    <a:pt x="331" y="296"/>
                  </a:cubicBezTo>
                  <a:cubicBezTo>
                    <a:pt x="308" y="317"/>
                    <a:pt x="275" y="327"/>
                    <a:pt x="233" y="327"/>
                  </a:cubicBezTo>
                  <a:cubicBezTo>
                    <a:pt x="101" y="327"/>
                    <a:pt x="101" y="327"/>
                    <a:pt x="101" y="327"/>
                  </a:cubicBezTo>
                  <a:cubicBezTo>
                    <a:pt x="101" y="95"/>
                    <a:pt x="101" y="95"/>
                    <a:pt x="101" y="95"/>
                  </a:cubicBezTo>
                  <a:cubicBezTo>
                    <a:pt x="239" y="95"/>
                    <a:pt x="239" y="95"/>
                    <a:pt x="239" y="95"/>
                  </a:cubicBezTo>
                  <a:cubicBezTo>
                    <a:pt x="278" y="95"/>
                    <a:pt x="309" y="106"/>
                    <a:pt x="331" y="126"/>
                  </a:cubicBezTo>
                  <a:cubicBezTo>
                    <a:pt x="354" y="146"/>
                    <a:pt x="365" y="174"/>
                    <a:pt x="365" y="2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0" name="Freeform 8">
              <a:extLst>
                <a:ext uri="{FF2B5EF4-FFF2-40B4-BE49-F238E27FC236}">
                  <a16:creationId xmlns:a16="http://schemas.microsoft.com/office/drawing/2014/main" id="{C9D52E03-D7AD-4990-8226-88567044F114}"/>
                </a:ext>
              </a:extLst>
            </p:cNvPr>
            <p:cNvSpPr>
              <a:spLocks/>
            </p:cNvSpPr>
            <p:nvPr/>
          </p:nvSpPr>
          <p:spPr bwMode="auto">
            <a:xfrm>
              <a:off x="525463" y="500063"/>
              <a:ext cx="182563" cy="244475"/>
            </a:xfrm>
            <a:custGeom>
              <a:avLst/>
              <a:gdLst>
                <a:gd name="T0" fmla="*/ 53 w 115"/>
                <a:gd name="T1" fmla="*/ 75 h 154"/>
                <a:gd name="T2" fmla="*/ 115 w 115"/>
                <a:gd name="T3" fmla="*/ 0 h 154"/>
                <a:gd name="T4" fmla="*/ 86 w 115"/>
                <a:gd name="T5" fmla="*/ 0 h 154"/>
                <a:gd name="T6" fmla="*/ 34 w 115"/>
                <a:gd name="T7" fmla="*/ 64 h 154"/>
                <a:gd name="T8" fmla="*/ 34 w 115"/>
                <a:gd name="T9" fmla="*/ 64 h 154"/>
                <a:gd name="T10" fmla="*/ 33 w 115"/>
                <a:gd name="T11" fmla="*/ 64 h 154"/>
                <a:gd name="T12" fmla="*/ 24 w 115"/>
                <a:gd name="T13" fmla="*/ 64 h 154"/>
                <a:gd name="T14" fmla="*/ 24 w 115"/>
                <a:gd name="T15" fmla="*/ 51 h 154"/>
                <a:gd name="T16" fmla="*/ 24 w 115"/>
                <a:gd name="T17" fmla="*/ 19 h 154"/>
                <a:gd name="T18" fmla="*/ 24 w 115"/>
                <a:gd name="T19" fmla="*/ 0 h 154"/>
                <a:gd name="T20" fmla="*/ 23 w 115"/>
                <a:gd name="T21" fmla="*/ 0 h 154"/>
                <a:gd name="T22" fmla="*/ 0 w 115"/>
                <a:gd name="T23" fmla="*/ 0 h 154"/>
                <a:gd name="T24" fmla="*/ 0 w 115"/>
                <a:gd name="T25" fmla="*/ 19 h 154"/>
                <a:gd name="T26" fmla="*/ 0 w 115"/>
                <a:gd name="T27" fmla="*/ 51 h 154"/>
                <a:gd name="T28" fmla="*/ 0 w 115"/>
                <a:gd name="T29" fmla="*/ 64 h 154"/>
                <a:gd name="T30" fmla="*/ 0 w 115"/>
                <a:gd name="T31" fmla="*/ 86 h 154"/>
                <a:gd name="T32" fmla="*/ 0 w 115"/>
                <a:gd name="T33" fmla="*/ 109 h 154"/>
                <a:gd name="T34" fmla="*/ 24 w 115"/>
                <a:gd name="T35" fmla="*/ 109 h 154"/>
                <a:gd name="T36" fmla="*/ 24 w 115"/>
                <a:gd name="T37" fmla="*/ 86 h 154"/>
                <a:gd name="T38" fmla="*/ 34 w 115"/>
                <a:gd name="T39" fmla="*/ 86 h 154"/>
                <a:gd name="T40" fmla="*/ 44 w 115"/>
                <a:gd name="T41" fmla="*/ 98 h 154"/>
                <a:gd name="T42" fmla="*/ 88 w 115"/>
                <a:gd name="T43" fmla="*/ 154 h 154"/>
                <a:gd name="T44" fmla="*/ 115 w 115"/>
                <a:gd name="T45" fmla="*/ 154 h 154"/>
                <a:gd name="T46" fmla="*/ 53 w 115"/>
                <a:gd name="T47" fmla="*/ 7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154">
                  <a:moveTo>
                    <a:pt x="53" y="75"/>
                  </a:moveTo>
                  <a:lnTo>
                    <a:pt x="115" y="0"/>
                  </a:lnTo>
                  <a:lnTo>
                    <a:pt x="86" y="0"/>
                  </a:lnTo>
                  <a:lnTo>
                    <a:pt x="34" y="64"/>
                  </a:lnTo>
                  <a:lnTo>
                    <a:pt x="34" y="64"/>
                  </a:lnTo>
                  <a:lnTo>
                    <a:pt x="33" y="64"/>
                  </a:lnTo>
                  <a:lnTo>
                    <a:pt x="24" y="64"/>
                  </a:lnTo>
                  <a:lnTo>
                    <a:pt x="24" y="51"/>
                  </a:lnTo>
                  <a:lnTo>
                    <a:pt x="24" y="19"/>
                  </a:lnTo>
                  <a:lnTo>
                    <a:pt x="24" y="0"/>
                  </a:lnTo>
                  <a:lnTo>
                    <a:pt x="23" y="0"/>
                  </a:lnTo>
                  <a:lnTo>
                    <a:pt x="0" y="0"/>
                  </a:lnTo>
                  <a:lnTo>
                    <a:pt x="0" y="19"/>
                  </a:lnTo>
                  <a:lnTo>
                    <a:pt x="0" y="51"/>
                  </a:lnTo>
                  <a:lnTo>
                    <a:pt x="0" y="64"/>
                  </a:lnTo>
                  <a:lnTo>
                    <a:pt x="0" y="86"/>
                  </a:lnTo>
                  <a:lnTo>
                    <a:pt x="0" y="109"/>
                  </a:lnTo>
                  <a:lnTo>
                    <a:pt x="24" y="109"/>
                  </a:lnTo>
                  <a:lnTo>
                    <a:pt x="24" y="86"/>
                  </a:lnTo>
                  <a:lnTo>
                    <a:pt x="34" y="86"/>
                  </a:lnTo>
                  <a:lnTo>
                    <a:pt x="44" y="98"/>
                  </a:lnTo>
                  <a:lnTo>
                    <a:pt x="88" y="154"/>
                  </a:lnTo>
                  <a:lnTo>
                    <a:pt x="115" y="154"/>
                  </a:lnTo>
                  <a:lnTo>
                    <a:pt x="53"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1" name="Freeform 9">
              <a:extLst>
                <a:ext uri="{FF2B5EF4-FFF2-40B4-BE49-F238E27FC236}">
                  <a16:creationId xmlns:a16="http://schemas.microsoft.com/office/drawing/2014/main" id="{1D48C1F2-89B1-4202-8201-04D58C3872DA}"/>
                </a:ext>
              </a:extLst>
            </p:cNvPr>
            <p:cNvSpPr>
              <a:spLocks/>
            </p:cNvSpPr>
            <p:nvPr/>
          </p:nvSpPr>
          <p:spPr bwMode="auto">
            <a:xfrm>
              <a:off x="1344613" y="496888"/>
              <a:ext cx="44450" cy="42863"/>
            </a:xfrm>
            <a:custGeom>
              <a:avLst/>
              <a:gdLst>
                <a:gd name="T0" fmla="*/ 73 w 119"/>
                <a:gd name="T1" fmla="*/ 4 h 114"/>
                <a:gd name="T2" fmla="*/ 30 w 119"/>
                <a:gd name="T3" fmla="*/ 9 h 114"/>
                <a:gd name="T4" fmla="*/ 4 w 119"/>
                <a:gd name="T5" fmla="*/ 43 h 114"/>
                <a:gd name="T6" fmla="*/ 9 w 119"/>
                <a:gd name="T7" fmla="*/ 85 h 114"/>
                <a:gd name="T8" fmla="*/ 43 w 119"/>
                <a:gd name="T9" fmla="*/ 112 h 114"/>
                <a:gd name="T10" fmla="*/ 57 w 119"/>
                <a:gd name="T11" fmla="*/ 114 h 114"/>
                <a:gd name="T12" fmla="*/ 111 w 119"/>
                <a:gd name="T13" fmla="*/ 73 h 114"/>
                <a:gd name="T14" fmla="*/ 73 w 119"/>
                <a:gd name="T15" fmla="*/ 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114">
                  <a:moveTo>
                    <a:pt x="73" y="4"/>
                  </a:moveTo>
                  <a:cubicBezTo>
                    <a:pt x="59" y="0"/>
                    <a:pt x="44" y="2"/>
                    <a:pt x="30" y="9"/>
                  </a:cubicBezTo>
                  <a:cubicBezTo>
                    <a:pt x="17" y="17"/>
                    <a:pt x="8" y="29"/>
                    <a:pt x="4" y="43"/>
                  </a:cubicBezTo>
                  <a:cubicBezTo>
                    <a:pt x="0" y="57"/>
                    <a:pt x="1" y="72"/>
                    <a:pt x="9" y="85"/>
                  </a:cubicBezTo>
                  <a:cubicBezTo>
                    <a:pt x="16" y="98"/>
                    <a:pt x="28" y="107"/>
                    <a:pt x="43" y="112"/>
                  </a:cubicBezTo>
                  <a:cubicBezTo>
                    <a:pt x="48" y="113"/>
                    <a:pt x="52" y="114"/>
                    <a:pt x="57" y="114"/>
                  </a:cubicBezTo>
                  <a:cubicBezTo>
                    <a:pt x="81" y="114"/>
                    <a:pt x="104" y="97"/>
                    <a:pt x="111" y="73"/>
                  </a:cubicBezTo>
                  <a:cubicBezTo>
                    <a:pt x="119" y="44"/>
                    <a:pt x="102" y="12"/>
                    <a:pt x="73"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2" name="Freeform 10">
              <a:extLst>
                <a:ext uri="{FF2B5EF4-FFF2-40B4-BE49-F238E27FC236}">
                  <a16:creationId xmlns:a16="http://schemas.microsoft.com/office/drawing/2014/main" id="{83419930-EB06-420C-9C85-6453A218E99D}"/>
                </a:ext>
              </a:extLst>
            </p:cNvPr>
            <p:cNvSpPr>
              <a:spLocks/>
            </p:cNvSpPr>
            <p:nvPr/>
          </p:nvSpPr>
          <p:spPr bwMode="auto">
            <a:xfrm>
              <a:off x="522288" y="703263"/>
              <a:ext cx="42863" cy="42863"/>
            </a:xfrm>
            <a:custGeom>
              <a:avLst/>
              <a:gdLst>
                <a:gd name="T0" fmla="*/ 74 w 115"/>
                <a:gd name="T1" fmla="*/ 4 h 114"/>
                <a:gd name="T2" fmla="*/ 31 w 115"/>
                <a:gd name="T3" fmla="*/ 9 h 114"/>
                <a:gd name="T4" fmla="*/ 4 w 115"/>
                <a:gd name="T5" fmla="*/ 43 h 114"/>
                <a:gd name="T6" fmla="*/ 9 w 115"/>
                <a:gd name="T7" fmla="*/ 85 h 114"/>
                <a:gd name="T8" fmla="*/ 43 w 115"/>
                <a:gd name="T9" fmla="*/ 112 h 114"/>
                <a:gd name="T10" fmla="*/ 58 w 115"/>
                <a:gd name="T11" fmla="*/ 114 h 114"/>
                <a:gd name="T12" fmla="*/ 111 w 115"/>
                <a:gd name="T13" fmla="*/ 74 h 114"/>
                <a:gd name="T14" fmla="*/ 106 w 115"/>
                <a:gd name="T15" fmla="*/ 31 h 114"/>
                <a:gd name="T16" fmla="*/ 74 w 115"/>
                <a:gd name="T17" fmla="*/ 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114">
                  <a:moveTo>
                    <a:pt x="74" y="4"/>
                  </a:moveTo>
                  <a:cubicBezTo>
                    <a:pt x="59" y="0"/>
                    <a:pt x="44" y="2"/>
                    <a:pt x="31" y="9"/>
                  </a:cubicBezTo>
                  <a:cubicBezTo>
                    <a:pt x="18" y="17"/>
                    <a:pt x="8" y="29"/>
                    <a:pt x="4" y="43"/>
                  </a:cubicBezTo>
                  <a:cubicBezTo>
                    <a:pt x="0" y="57"/>
                    <a:pt x="2" y="72"/>
                    <a:pt x="9" y="85"/>
                  </a:cubicBezTo>
                  <a:cubicBezTo>
                    <a:pt x="17" y="98"/>
                    <a:pt x="29" y="108"/>
                    <a:pt x="43" y="112"/>
                  </a:cubicBezTo>
                  <a:cubicBezTo>
                    <a:pt x="48" y="113"/>
                    <a:pt x="53" y="114"/>
                    <a:pt x="58" y="114"/>
                  </a:cubicBezTo>
                  <a:cubicBezTo>
                    <a:pt x="82" y="114"/>
                    <a:pt x="105" y="98"/>
                    <a:pt x="111" y="74"/>
                  </a:cubicBezTo>
                  <a:cubicBezTo>
                    <a:pt x="115" y="59"/>
                    <a:pt x="114" y="44"/>
                    <a:pt x="106" y="31"/>
                  </a:cubicBezTo>
                  <a:cubicBezTo>
                    <a:pt x="99" y="18"/>
                    <a:pt x="88" y="8"/>
                    <a:pt x="74"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grpSp>
    </p:spTree>
    <p:extLst>
      <p:ext uri="{BB962C8B-B14F-4D97-AF65-F5344CB8AC3E}">
        <p14:creationId xmlns:p14="http://schemas.microsoft.com/office/powerpoint/2010/main" val="41982535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Opening_3">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87CF25C-82C5-4E39-9DBF-813F29A7D81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
          <a:stretch/>
        </p:blipFill>
        <p:spPr>
          <a:xfrm>
            <a:off x="6230381" y="0"/>
            <a:ext cx="8400018" cy="8229600"/>
          </a:xfrm>
          <a:prstGeom prst="rect">
            <a:avLst/>
          </a:prstGeom>
        </p:spPr>
      </p:pic>
      <p:sp>
        <p:nvSpPr>
          <p:cNvPr id="10" name="Text Placeholder 8"/>
          <p:cNvSpPr>
            <a:spLocks noGrp="1"/>
          </p:cNvSpPr>
          <p:nvPr>
            <p:ph type="body" sz="quarter" idx="16" hasCustomPrompt="1"/>
          </p:nvPr>
        </p:nvSpPr>
        <p:spPr>
          <a:xfrm>
            <a:off x="592531" y="2198080"/>
            <a:ext cx="1911082" cy="461592"/>
          </a:xfrm>
          <a:prstGeom prst="rect">
            <a:avLst/>
          </a:prstGeom>
          <a:solidFill>
            <a:schemeClr val="accent1"/>
          </a:solidFill>
        </p:spPr>
        <p:txBody>
          <a:bodyPr wrap="none" lIns="324000" tIns="36000" rIns="324000" bIns="36000" anchor="ctr" anchorCtr="0">
            <a:spAutoFit/>
          </a:bodyPr>
          <a:lstStyle>
            <a:lvl1pPr marL="0" indent="0" algn="l">
              <a:buNone/>
              <a:defRPr>
                <a:solidFill>
                  <a:schemeClr val="tx1"/>
                </a:solidFill>
                <a:latin typeface="+mj-lt"/>
                <a:ea typeface="Work Sans" panose="00000500000000000000" pitchFamily="2" charset="0"/>
                <a:cs typeface="Work Sans" panose="00000500000000000000" pitchFamily="2" charset="0"/>
              </a:defRPr>
            </a:lvl1pPr>
          </a:lstStyle>
          <a:p>
            <a:pPr lvl="0"/>
            <a:r>
              <a:rPr lang="en-US" dirty="0"/>
              <a:t>Add Date</a:t>
            </a:r>
          </a:p>
        </p:txBody>
      </p:sp>
      <p:sp>
        <p:nvSpPr>
          <p:cNvPr id="4" name="Text Placeholder 3">
            <a:extLst>
              <a:ext uri="{FF2B5EF4-FFF2-40B4-BE49-F238E27FC236}">
                <a16:creationId xmlns:a16="http://schemas.microsoft.com/office/drawing/2014/main" id="{856D766E-B641-420F-ADC0-C99054ADED1A}"/>
              </a:ext>
            </a:extLst>
          </p:cNvPr>
          <p:cNvSpPr>
            <a:spLocks noGrp="1"/>
          </p:cNvSpPr>
          <p:nvPr>
            <p:ph type="body" sz="quarter" idx="23" hasCustomPrompt="1"/>
          </p:nvPr>
        </p:nvSpPr>
        <p:spPr>
          <a:xfrm>
            <a:off x="592531" y="5493079"/>
            <a:ext cx="6116789" cy="474907"/>
          </a:xfrm>
        </p:spPr>
        <p:txBody>
          <a:bodyPr/>
          <a:lstStyle>
            <a:lvl1pPr marL="0" indent="0" algn="l">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 Name</a:t>
            </a:r>
            <a:endParaRPr lang="en-IN" dirty="0"/>
          </a:p>
        </p:txBody>
      </p:sp>
      <p:sp>
        <p:nvSpPr>
          <p:cNvPr id="3" name="Rectangle 2">
            <a:extLst>
              <a:ext uri="{FF2B5EF4-FFF2-40B4-BE49-F238E27FC236}">
                <a16:creationId xmlns:a16="http://schemas.microsoft.com/office/drawing/2014/main" id="{E507BD00-5D13-4A3C-90DA-C226C07456C8}"/>
              </a:ext>
            </a:extLst>
          </p:cNvPr>
          <p:cNvSpPr/>
          <p:nvPr/>
        </p:nvSpPr>
        <p:spPr>
          <a:xfrm>
            <a:off x="5891916" y="2668383"/>
            <a:ext cx="3017520" cy="19115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p>
        </p:txBody>
      </p:sp>
      <p:sp>
        <p:nvSpPr>
          <p:cNvPr id="2" name="Title_big_white"/>
          <p:cNvSpPr>
            <a:spLocks noGrp="1"/>
          </p:cNvSpPr>
          <p:nvPr>
            <p:ph type="title"/>
          </p:nvPr>
        </p:nvSpPr>
        <p:spPr>
          <a:xfrm>
            <a:off x="592531" y="2877437"/>
            <a:ext cx="8395682" cy="1588127"/>
          </a:xfrm>
        </p:spPr>
        <p:txBody>
          <a:bodyPr/>
          <a:lstStyle>
            <a:lvl1pPr>
              <a:defRPr sz="4800" spc="0" baseline="0">
                <a:solidFill>
                  <a:schemeClr val="tx1"/>
                </a:solidFill>
                <a:latin typeface="+mj-lt"/>
              </a:defRPr>
            </a:lvl1pPr>
          </a:lstStyle>
          <a:p>
            <a:r>
              <a:rPr lang="en-US"/>
              <a:t>Click to edit Master title style</a:t>
            </a:r>
            <a:endParaRPr lang="en-US" dirty="0"/>
          </a:p>
        </p:txBody>
      </p:sp>
      <p:sp>
        <p:nvSpPr>
          <p:cNvPr id="14" name="Rectangle 13">
            <a:extLst>
              <a:ext uri="{FF2B5EF4-FFF2-40B4-BE49-F238E27FC236}">
                <a16:creationId xmlns:a16="http://schemas.microsoft.com/office/drawing/2014/main" id="{79881018-9257-4330-ACBD-1BA79AA27977}"/>
              </a:ext>
            </a:extLst>
          </p:cNvPr>
          <p:cNvSpPr/>
          <p:nvPr/>
        </p:nvSpPr>
        <p:spPr>
          <a:xfrm>
            <a:off x="4552388" y="720"/>
            <a:ext cx="3017520" cy="1191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p>
        </p:txBody>
      </p:sp>
      <p:grpSp>
        <p:nvGrpSpPr>
          <p:cNvPr id="15" name="Group 14">
            <a:extLst>
              <a:ext uri="{FF2B5EF4-FFF2-40B4-BE49-F238E27FC236}">
                <a16:creationId xmlns:a16="http://schemas.microsoft.com/office/drawing/2014/main" id="{D78D1809-26DB-4EAB-B9FE-A9F69EA3676B}"/>
              </a:ext>
            </a:extLst>
          </p:cNvPr>
          <p:cNvGrpSpPr/>
          <p:nvPr/>
        </p:nvGrpSpPr>
        <p:grpSpPr>
          <a:xfrm>
            <a:off x="592531" y="5106858"/>
            <a:ext cx="734916" cy="150583"/>
            <a:chOff x="575859" y="4778289"/>
            <a:chExt cx="887181" cy="181782"/>
          </a:xfrm>
          <a:solidFill>
            <a:schemeClr val="accent4"/>
          </a:solidFill>
        </p:grpSpPr>
        <p:sp>
          <p:nvSpPr>
            <p:cNvPr id="16" name="Oval 15">
              <a:extLst>
                <a:ext uri="{FF2B5EF4-FFF2-40B4-BE49-F238E27FC236}">
                  <a16:creationId xmlns:a16="http://schemas.microsoft.com/office/drawing/2014/main" id="{04E08BE1-618C-49D8-B7EF-C3C543F809DA}"/>
                </a:ext>
              </a:extLst>
            </p:cNvPr>
            <p:cNvSpPr/>
            <p:nvPr/>
          </p:nvSpPr>
          <p:spPr>
            <a:xfrm>
              <a:off x="575859" y="4778289"/>
              <a:ext cx="181782" cy="18178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solidFill>
                  <a:prstClr val="white"/>
                </a:solidFill>
              </a:endParaRPr>
            </a:p>
          </p:txBody>
        </p:sp>
        <p:sp>
          <p:nvSpPr>
            <p:cNvPr id="17" name="Rectangle 16">
              <a:extLst>
                <a:ext uri="{FF2B5EF4-FFF2-40B4-BE49-F238E27FC236}">
                  <a16:creationId xmlns:a16="http://schemas.microsoft.com/office/drawing/2014/main" id="{3A3BF6B8-D820-4EF1-9D81-6550D585FB39}"/>
                </a:ext>
              </a:extLst>
            </p:cNvPr>
            <p:cNvSpPr/>
            <p:nvPr/>
          </p:nvSpPr>
          <p:spPr>
            <a:xfrm>
              <a:off x="845820" y="4788492"/>
              <a:ext cx="617220" cy="1613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solidFill>
                  <a:prstClr val="white"/>
                </a:solidFill>
              </a:endParaRPr>
            </a:p>
          </p:txBody>
        </p:sp>
      </p:grpSp>
      <p:grpSp>
        <p:nvGrpSpPr>
          <p:cNvPr id="23" name="Group 22">
            <a:extLst>
              <a:ext uri="{FF2B5EF4-FFF2-40B4-BE49-F238E27FC236}">
                <a16:creationId xmlns:a16="http://schemas.microsoft.com/office/drawing/2014/main" id="{4A045D3C-8236-4AEA-9D24-B742D74089AF}"/>
              </a:ext>
            </a:extLst>
          </p:cNvPr>
          <p:cNvGrpSpPr/>
          <p:nvPr/>
        </p:nvGrpSpPr>
        <p:grpSpPr>
          <a:xfrm>
            <a:off x="592532" y="802004"/>
            <a:ext cx="2200300" cy="632688"/>
            <a:chOff x="522288" y="496888"/>
            <a:chExt cx="866775" cy="249238"/>
          </a:xfrm>
          <a:solidFill>
            <a:schemeClr val="tx1"/>
          </a:solidFill>
        </p:grpSpPr>
        <p:sp>
          <p:nvSpPr>
            <p:cNvPr id="24" name="Rectangle 5">
              <a:extLst>
                <a:ext uri="{FF2B5EF4-FFF2-40B4-BE49-F238E27FC236}">
                  <a16:creationId xmlns:a16="http://schemas.microsoft.com/office/drawing/2014/main" id="{79A4EA13-CF31-48DE-96E1-28BADD2F2CC6}"/>
                </a:ext>
              </a:extLst>
            </p:cNvPr>
            <p:cNvSpPr>
              <a:spLocks noChangeArrowheads="1"/>
            </p:cNvSpPr>
            <p:nvPr/>
          </p:nvSpPr>
          <p:spPr bwMode="auto">
            <a:xfrm>
              <a:off x="1054100" y="500063"/>
              <a:ext cx="38100" cy="244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5" name="Freeform 6">
              <a:extLst>
                <a:ext uri="{FF2B5EF4-FFF2-40B4-BE49-F238E27FC236}">
                  <a16:creationId xmlns:a16="http://schemas.microsoft.com/office/drawing/2014/main" id="{D5A1E693-B34D-4A8B-9209-B9B03E4A17BC}"/>
                </a:ext>
              </a:extLst>
            </p:cNvPr>
            <p:cNvSpPr>
              <a:spLocks/>
            </p:cNvSpPr>
            <p:nvPr/>
          </p:nvSpPr>
          <p:spPr bwMode="auto">
            <a:xfrm>
              <a:off x="1198563" y="500063"/>
              <a:ext cx="106363" cy="244475"/>
            </a:xfrm>
            <a:custGeom>
              <a:avLst/>
              <a:gdLst>
                <a:gd name="T0" fmla="*/ 0 w 67"/>
                <a:gd name="T1" fmla="*/ 0 h 154"/>
                <a:gd name="T2" fmla="*/ 0 w 67"/>
                <a:gd name="T3" fmla="*/ 22 h 154"/>
                <a:gd name="T4" fmla="*/ 44 w 67"/>
                <a:gd name="T5" fmla="*/ 22 h 154"/>
                <a:gd name="T6" fmla="*/ 44 w 67"/>
                <a:gd name="T7" fmla="*/ 154 h 154"/>
                <a:gd name="T8" fmla="*/ 67 w 67"/>
                <a:gd name="T9" fmla="*/ 154 h 154"/>
                <a:gd name="T10" fmla="*/ 67 w 67"/>
                <a:gd name="T11" fmla="*/ 22 h 154"/>
                <a:gd name="T12" fmla="*/ 67 w 67"/>
                <a:gd name="T13" fmla="*/ 0 h 154"/>
                <a:gd name="T14" fmla="*/ 0 w 67"/>
                <a:gd name="T15" fmla="*/ 0 h 1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54">
                  <a:moveTo>
                    <a:pt x="0" y="0"/>
                  </a:moveTo>
                  <a:lnTo>
                    <a:pt x="0" y="22"/>
                  </a:lnTo>
                  <a:lnTo>
                    <a:pt x="44" y="22"/>
                  </a:lnTo>
                  <a:lnTo>
                    <a:pt x="44" y="154"/>
                  </a:lnTo>
                  <a:lnTo>
                    <a:pt x="67" y="154"/>
                  </a:lnTo>
                  <a:lnTo>
                    <a:pt x="67" y="22"/>
                  </a:lnTo>
                  <a:lnTo>
                    <a:pt x="6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6" name="Freeform 7">
              <a:extLst>
                <a:ext uri="{FF2B5EF4-FFF2-40B4-BE49-F238E27FC236}">
                  <a16:creationId xmlns:a16="http://schemas.microsoft.com/office/drawing/2014/main" id="{6B23526B-DCF2-4446-A8DF-97A435855539}"/>
                </a:ext>
              </a:extLst>
            </p:cNvPr>
            <p:cNvSpPr>
              <a:spLocks noEditPoints="1"/>
            </p:cNvSpPr>
            <p:nvPr/>
          </p:nvSpPr>
          <p:spPr bwMode="auto">
            <a:xfrm>
              <a:off x="790575" y="500063"/>
              <a:ext cx="176213" cy="244475"/>
            </a:xfrm>
            <a:custGeom>
              <a:avLst/>
              <a:gdLst>
                <a:gd name="T0" fmla="*/ 411 w 471"/>
                <a:gd name="T1" fmla="*/ 58 h 648"/>
                <a:gd name="T2" fmla="*/ 249 w 471"/>
                <a:gd name="T3" fmla="*/ 0 h 648"/>
                <a:gd name="T4" fmla="*/ 0 w 471"/>
                <a:gd name="T5" fmla="*/ 0 h 648"/>
                <a:gd name="T6" fmla="*/ 0 w 471"/>
                <a:gd name="T7" fmla="*/ 648 h 648"/>
                <a:gd name="T8" fmla="*/ 101 w 471"/>
                <a:gd name="T9" fmla="*/ 648 h 648"/>
                <a:gd name="T10" fmla="*/ 101 w 471"/>
                <a:gd name="T11" fmla="*/ 422 h 648"/>
                <a:gd name="T12" fmla="*/ 242 w 471"/>
                <a:gd name="T13" fmla="*/ 422 h 648"/>
                <a:gd name="T14" fmla="*/ 409 w 471"/>
                <a:gd name="T15" fmla="*/ 365 h 648"/>
                <a:gd name="T16" fmla="*/ 471 w 471"/>
                <a:gd name="T17" fmla="*/ 210 h 648"/>
                <a:gd name="T18" fmla="*/ 411 w 471"/>
                <a:gd name="T19" fmla="*/ 58 h 648"/>
                <a:gd name="T20" fmla="*/ 365 w 471"/>
                <a:gd name="T21" fmla="*/ 210 h 648"/>
                <a:gd name="T22" fmla="*/ 331 w 471"/>
                <a:gd name="T23" fmla="*/ 296 h 648"/>
                <a:gd name="T24" fmla="*/ 233 w 471"/>
                <a:gd name="T25" fmla="*/ 327 h 648"/>
                <a:gd name="T26" fmla="*/ 101 w 471"/>
                <a:gd name="T27" fmla="*/ 327 h 648"/>
                <a:gd name="T28" fmla="*/ 101 w 471"/>
                <a:gd name="T29" fmla="*/ 95 h 648"/>
                <a:gd name="T30" fmla="*/ 239 w 471"/>
                <a:gd name="T31" fmla="*/ 95 h 648"/>
                <a:gd name="T32" fmla="*/ 331 w 471"/>
                <a:gd name="T33" fmla="*/ 126 h 648"/>
                <a:gd name="T34" fmla="*/ 365 w 471"/>
                <a:gd name="T35" fmla="*/ 210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1" h="648">
                  <a:moveTo>
                    <a:pt x="411" y="58"/>
                  </a:moveTo>
                  <a:cubicBezTo>
                    <a:pt x="370" y="20"/>
                    <a:pt x="316" y="0"/>
                    <a:pt x="249" y="0"/>
                  </a:cubicBezTo>
                  <a:cubicBezTo>
                    <a:pt x="0" y="0"/>
                    <a:pt x="0" y="0"/>
                    <a:pt x="0" y="0"/>
                  </a:cubicBezTo>
                  <a:cubicBezTo>
                    <a:pt x="0" y="648"/>
                    <a:pt x="0" y="648"/>
                    <a:pt x="0" y="648"/>
                  </a:cubicBezTo>
                  <a:cubicBezTo>
                    <a:pt x="101" y="648"/>
                    <a:pt x="101" y="648"/>
                    <a:pt x="101" y="648"/>
                  </a:cubicBezTo>
                  <a:cubicBezTo>
                    <a:pt x="101" y="422"/>
                    <a:pt x="101" y="422"/>
                    <a:pt x="101" y="422"/>
                  </a:cubicBezTo>
                  <a:cubicBezTo>
                    <a:pt x="242" y="422"/>
                    <a:pt x="242" y="422"/>
                    <a:pt x="242" y="422"/>
                  </a:cubicBezTo>
                  <a:cubicBezTo>
                    <a:pt x="313" y="422"/>
                    <a:pt x="369" y="403"/>
                    <a:pt x="409" y="365"/>
                  </a:cubicBezTo>
                  <a:cubicBezTo>
                    <a:pt x="450" y="327"/>
                    <a:pt x="471" y="275"/>
                    <a:pt x="471" y="210"/>
                  </a:cubicBezTo>
                  <a:cubicBezTo>
                    <a:pt x="471" y="148"/>
                    <a:pt x="451" y="97"/>
                    <a:pt x="411" y="58"/>
                  </a:cubicBezTo>
                  <a:moveTo>
                    <a:pt x="365" y="210"/>
                  </a:moveTo>
                  <a:cubicBezTo>
                    <a:pt x="365" y="247"/>
                    <a:pt x="354" y="276"/>
                    <a:pt x="331" y="296"/>
                  </a:cubicBezTo>
                  <a:cubicBezTo>
                    <a:pt x="308" y="317"/>
                    <a:pt x="275" y="327"/>
                    <a:pt x="233" y="327"/>
                  </a:cubicBezTo>
                  <a:cubicBezTo>
                    <a:pt x="101" y="327"/>
                    <a:pt x="101" y="327"/>
                    <a:pt x="101" y="327"/>
                  </a:cubicBezTo>
                  <a:cubicBezTo>
                    <a:pt x="101" y="95"/>
                    <a:pt x="101" y="95"/>
                    <a:pt x="101" y="95"/>
                  </a:cubicBezTo>
                  <a:cubicBezTo>
                    <a:pt x="239" y="95"/>
                    <a:pt x="239" y="95"/>
                    <a:pt x="239" y="95"/>
                  </a:cubicBezTo>
                  <a:cubicBezTo>
                    <a:pt x="278" y="95"/>
                    <a:pt x="309" y="106"/>
                    <a:pt x="331" y="126"/>
                  </a:cubicBezTo>
                  <a:cubicBezTo>
                    <a:pt x="354" y="146"/>
                    <a:pt x="365" y="174"/>
                    <a:pt x="365" y="2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7" name="Freeform 8">
              <a:extLst>
                <a:ext uri="{FF2B5EF4-FFF2-40B4-BE49-F238E27FC236}">
                  <a16:creationId xmlns:a16="http://schemas.microsoft.com/office/drawing/2014/main" id="{55C3E40B-FD7B-49C5-A50A-33AFAB8ED72E}"/>
                </a:ext>
              </a:extLst>
            </p:cNvPr>
            <p:cNvSpPr>
              <a:spLocks/>
            </p:cNvSpPr>
            <p:nvPr/>
          </p:nvSpPr>
          <p:spPr bwMode="auto">
            <a:xfrm>
              <a:off x="525463" y="500063"/>
              <a:ext cx="182563" cy="244475"/>
            </a:xfrm>
            <a:custGeom>
              <a:avLst/>
              <a:gdLst>
                <a:gd name="T0" fmla="*/ 53 w 115"/>
                <a:gd name="T1" fmla="*/ 75 h 154"/>
                <a:gd name="T2" fmla="*/ 115 w 115"/>
                <a:gd name="T3" fmla="*/ 0 h 154"/>
                <a:gd name="T4" fmla="*/ 86 w 115"/>
                <a:gd name="T5" fmla="*/ 0 h 154"/>
                <a:gd name="T6" fmla="*/ 34 w 115"/>
                <a:gd name="T7" fmla="*/ 64 h 154"/>
                <a:gd name="T8" fmla="*/ 34 w 115"/>
                <a:gd name="T9" fmla="*/ 64 h 154"/>
                <a:gd name="T10" fmla="*/ 33 w 115"/>
                <a:gd name="T11" fmla="*/ 64 h 154"/>
                <a:gd name="T12" fmla="*/ 24 w 115"/>
                <a:gd name="T13" fmla="*/ 64 h 154"/>
                <a:gd name="T14" fmla="*/ 24 w 115"/>
                <a:gd name="T15" fmla="*/ 51 h 154"/>
                <a:gd name="T16" fmla="*/ 24 w 115"/>
                <a:gd name="T17" fmla="*/ 19 h 154"/>
                <a:gd name="T18" fmla="*/ 24 w 115"/>
                <a:gd name="T19" fmla="*/ 0 h 154"/>
                <a:gd name="T20" fmla="*/ 23 w 115"/>
                <a:gd name="T21" fmla="*/ 0 h 154"/>
                <a:gd name="T22" fmla="*/ 0 w 115"/>
                <a:gd name="T23" fmla="*/ 0 h 154"/>
                <a:gd name="T24" fmla="*/ 0 w 115"/>
                <a:gd name="T25" fmla="*/ 19 h 154"/>
                <a:gd name="T26" fmla="*/ 0 w 115"/>
                <a:gd name="T27" fmla="*/ 51 h 154"/>
                <a:gd name="T28" fmla="*/ 0 w 115"/>
                <a:gd name="T29" fmla="*/ 64 h 154"/>
                <a:gd name="T30" fmla="*/ 0 w 115"/>
                <a:gd name="T31" fmla="*/ 86 h 154"/>
                <a:gd name="T32" fmla="*/ 0 w 115"/>
                <a:gd name="T33" fmla="*/ 109 h 154"/>
                <a:gd name="T34" fmla="*/ 24 w 115"/>
                <a:gd name="T35" fmla="*/ 109 h 154"/>
                <a:gd name="T36" fmla="*/ 24 w 115"/>
                <a:gd name="T37" fmla="*/ 86 h 154"/>
                <a:gd name="T38" fmla="*/ 34 w 115"/>
                <a:gd name="T39" fmla="*/ 86 h 154"/>
                <a:gd name="T40" fmla="*/ 44 w 115"/>
                <a:gd name="T41" fmla="*/ 98 h 154"/>
                <a:gd name="T42" fmla="*/ 88 w 115"/>
                <a:gd name="T43" fmla="*/ 154 h 154"/>
                <a:gd name="T44" fmla="*/ 115 w 115"/>
                <a:gd name="T45" fmla="*/ 154 h 154"/>
                <a:gd name="T46" fmla="*/ 53 w 115"/>
                <a:gd name="T47" fmla="*/ 7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154">
                  <a:moveTo>
                    <a:pt x="53" y="75"/>
                  </a:moveTo>
                  <a:lnTo>
                    <a:pt x="115" y="0"/>
                  </a:lnTo>
                  <a:lnTo>
                    <a:pt x="86" y="0"/>
                  </a:lnTo>
                  <a:lnTo>
                    <a:pt x="34" y="64"/>
                  </a:lnTo>
                  <a:lnTo>
                    <a:pt x="34" y="64"/>
                  </a:lnTo>
                  <a:lnTo>
                    <a:pt x="33" y="64"/>
                  </a:lnTo>
                  <a:lnTo>
                    <a:pt x="24" y="64"/>
                  </a:lnTo>
                  <a:lnTo>
                    <a:pt x="24" y="51"/>
                  </a:lnTo>
                  <a:lnTo>
                    <a:pt x="24" y="19"/>
                  </a:lnTo>
                  <a:lnTo>
                    <a:pt x="24" y="0"/>
                  </a:lnTo>
                  <a:lnTo>
                    <a:pt x="23" y="0"/>
                  </a:lnTo>
                  <a:lnTo>
                    <a:pt x="0" y="0"/>
                  </a:lnTo>
                  <a:lnTo>
                    <a:pt x="0" y="19"/>
                  </a:lnTo>
                  <a:lnTo>
                    <a:pt x="0" y="51"/>
                  </a:lnTo>
                  <a:lnTo>
                    <a:pt x="0" y="64"/>
                  </a:lnTo>
                  <a:lnTo>
                    <a:pt x="0" y="86"/>
                  </a:lnTo>
                  <a:lnTo>
                    <a:pt x="0" y="109"/>
                  </a:lnTo>
                  <a:lnTo>
                    <a:pt x="24" y="109"/>
                  </a:lnTo>
                  <a:lnTo>
                    <a:pt x="24" y="86"/>
                  </a:lnTo>
                  <a:lnTo>
                    <a:pt x="34" y="86"/>
                  </a:lnTo>
                  <a:lnTo>
                    <a:pt x="44" y="98"/>
                  </a:lnTo>
                  <a:lnTo>
                    <a:pt x="88" y="154"/>
                  </a:lnTo>
                  <a:lnTo>
                    <a:pt x="115" y="154"/>
                  </a:lnTo>
                  <a:lnTo>
                    <a:pt x="53"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8" name="Freeform 9">
              <a:extLst>
                <a:ext uri="{FF2B5EF4-FFF2-40B4-BE49-F238E27FC236}">
                  <a16:creationId xmlns:a16="http://schemas.microsoft.com/office/drawing/2014/main" id="{20ABD8C8-DA77-4033-9AF1-7EBB5B37EAD2}"/>
                </a:ext>
              </a:extLst>
            </p:cNvPr>
            <p:cNvSpPr>
              <a:spLocks/>
            </p:cNvSpPr>
            <p:nvPr/>
          </p:nvSpPr>
          <p:spPr bwMode="auto">
            <a:xfrm>
              <a:off x="1344613" y="496888"/>
              <a:ext cx="44450" cy="42863"/>
            </a:xfrm>
            <a:custGeom>
              <a:avLst/>
              <a:gdLst>
                <a:gd name="T0" fmla="*/ 73 w 119"/>
                <a:gd name="T1" fmla="*/ 4 h 114"/>
                <a:gd name="T2" fmla="*/ 30 w 119"/>
                <a:gd name="T3" fmla="*/ 9 h 114"/>
                <a:gd name="T4" fmla="*/ 4 w 119"/>
                <a:gd name="T5" fmla="*/ 43 h 114"/>
                <a:gd name="T6" fmla="*/ 9 w 119"/>
                <a:gd name="T7" fmla="*/ 85 h 114"/>
                <a:gd name="T8" fmla="*/ 43 w 119"/>
                <a:gd name="T9" fmla="*/ 112 h 114"/>
                <a:gd name="T10" fmla="*/ 57 w 119"/>
                <a:gd name="T11" fmla="*/ 114 h 114"/>
                <a:gd name="T12" fmla="*/ 111 w 119"/>
                <a:gd name="T13" fmla="*/ 73 h 114"/>
                <a:gd name="T14" fmla="*/ 73 w 119"/>
                <a:gd name="T15" fmla="*/ 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114">
                  <a:moveTo>
                    <a:pt x="73" y="4"/>
                  </a:moveTo>
                  <a:cubicBezTo>
                    <a:pt x="59" y="0"/>
                    <a:pt x="44" y="2"/>
                    <a:pt x="30" y="9"/>
                  </a:cubicBezTo>
                  <a:cubicBezTo>
                    <a:pt x="17" y="17"/>
                    <a:pt x="8" y="29"/>
                    <a:pt x="4" y="43"/>
                  </a:cubicBezTo>
                  <a:cubicBezTo>
                    <a:pt x="0" y="57"/>
                    <a:pt x="1" y="72"/>
                    <a:pt x="9" y="85"/>
                  </a:cubicBezTo>
                  <a:cubicBezTo>
                    <a:pt x="16" y="98"/>
                    <a:pt x="28" y="107"/>
                    <a:pt x="43" y="112"/>
                  </a:cubicBezTo>
                  <a:cubicBezTo>
                    <a:pt x="48" y="113"/>
                    <a:pt x="52" y="114"/>
                    <a:pt x="57" y="114"/>
                  </a:cubicBezTo>
                  <a:cubicBezTo>
                    <a:pt x="81" y="114"/>
                    <a:pt x="104" y="97"/>
                    <a:pt x="111" y="73"/>
                  </a:cubicBezTo>
                  <a:cubicBezTo>
                    <a:pt x="119" y="44"/>
                    <a:pt x="102" y="12"/>
                    <a:pt x="73"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9" name="Freeform 10">
              <a:extLst>
                <a:ext uri="{FF2B5EF4-FFF2-40B4-BE49-F238E27FC236}">
                  <a16:creationId xmlns:a16="http://schemas.microsoft.com/office/drawing/2014/main" id="{87159288-A5ED-4305-8773-CBBE6AB133C2}"/>
                </a:ext>
              </a:extLst>
            </p:cNvPr>
            <p:cNvSpPr>
              <a:spLocks/>
            </p:cNvSpPr>
            <p:nvPr/>
          </p:nvSpPr>
          <p:spPr bwMode="auto">
            <a:xfrm>
              <a:off x="522288" y="703263"/>
              <a:ext cx="42863" cy="42863"/>
            </a:xfrm>
            <a:custGeom>
              <a:avLst/>
              <a:gdLst>
                <a:gd name="T0" fmla="*/ 74 w 115"/>
                <a:gd name="T1" fmla="*/ 4 h 114"/>
                <a:gd name="T2" fmla="*/ 31 w 115"/>
                <a:gd name="T3" fmla="*/ 9 h 114"/>
                <a:gd name="T4" fmla="*/ 4 w 115"/>
                <a:gd name="T5" fmla="*/ 43 h 114"/>
                <a:gd name="T6" fmla="*/ 9 w 115"/>
                <a:gd name="T7" fmla="*/ 85 h 114"/>
                <a:gd name="T8" fmla="*/ 43 w 115"/>
                <a:gd name="T9" fmla="*/ 112 h 114"/>
                <a:gd name="T10" fmla="*/ 58 w 115"/>
                <a:gd name="T11" fmla="*/ 114 h 114"/>
                <a:gd name="T12" fmla="*/ 111 w 115"/>
                <a:gd name="T13" fmla="*/ 74 h 114"/>
                <a:gd name="T14" fmla="*/ 106 w 115"/>
                <a:gd name="T15" fmla="*/ 31 h 114"/>
                <a:gd name="T16" fmla="*/ 74 w 115"/>
                <a:gd name="T17" fmla="*/ 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114">
                  <a:moveTo>
                    <a:pt x="74" y="4"/>
                  </a:moveTo>
                  <a:cubicBezTo>
                    <a:pt x="59" y="0"/>
                    <a:pt x="44" y="2"/>
                    <a:pt x="31" y="9"/>
                  </a:cubicBezTo>
                  <a:cubicBezTo>
                    <a:pt x="18" y="17"/>
                    <a:pt x="8" y="29"/>
                    <a:pt x="4" y="43"/>
                  </a:cubicBezTo>
                  <a:cubicBezTo>
                    <a:pt x="0" y="57"/>
                    <a:pt x="2" y="72"/>
                    <a:pt x="9" y="85"/>
                  </a:cubicBezTo>
                  <a:cubicBezTo>
                    <a:pt x="17" y="98"/>
                    <a:pt x="29" y="108"/>
                    <a:pt x="43" y="112"/>
                  </a:cubicBezTo>
                  <a:cubicBezTo>
                    <a:pt x="48" y="113"/>
                    <a:pt x="53" y="114"/>
                    <a:pt x="58" y="114"/>
                  </a:cubicBezTo>
                  <a:cubicBezTo>
                    <a:pt x="82" y="114"/>
                    <a:pt x="105" y="98"/>
                    <a:pt x="111" y="74"/>
                  </a:cubicBezTo>
                  <a:cubicBezTo>
                    <a:pt x="115" y="59"/>
                    <a:pt x="114" y="44"/>
                    <a:pt x="106" y="31"/>
                  </a:cubicBezTo>
                  <a:cubicBezTo>
                    <a:pt x="99" y="18"/>
                    <a:pt x="88" y="8"/>
                    <a:pt x="74"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grpSp>
    </p:spTree>
    <p:extLst>
      <p:ext uri="{BB962C8B-B14F-4D97-AF65-F5344CB8AC3E}">
        <p14:creationId xmlns:p14="http://schemas.microsoft.com/office/powerpoint/2010/main" val="2994677280"/>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Opening_4">
    <p:bg>
      <p:bgRef idx="1001">
        <a:schemeClr val="bg2"/>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0A59897F-F414-49C6-A032-D9B2F8A7FBC0}"/>
              </a:ext>
            </a:extLst>
          </p:cNvPr>
          <p:cNvSpPr>
            <a:spLocks noGrp="1"/>
          </p:cNvSpPr>
          <p:nvPr>
            <p:ph type="pic" sz="quarter" idx="24"/>
          </p:nvPr>
        </p:nvSpPr>
        <p:spPr>
          <a:xfrm>
            <a:off x="0" y="0"/>
            <a:ext cx="14630400" cy="8229600"/>
          </a:xfrm>
        </p:spPr>
        <p:txBody>
          <a:bodyPr/>
          <a:lstStyle/>
          <a:p>
            <a:r>
              <a:rPr lang="en-US"/>
              <a:t>Click icon to add picture</a:t>
            </a:r>
            <a:endParaRPr lang="en-IN" dirty="0"/>
          </a:p>
        </p:txBody>
      </p:sp>
      <p:sp>
        <p:nvSpPr>
          <p:cNvPr id="20" name="Table Placeholder 19">
            <a:extLst>
              <a:ext uri="{FF2B5EF4-FFF2-40B4-BE49-F238E27FC236}">
                <a16:creationId xmlns:a16="http://schemas.microsoft.com/office/drawing/2014/main" id="{DE47ABF5-E890-49AD-AC79-CB2EF6AAF111}"/>
              </a:ext>
            </a:extLst>
          </p:cNvPr>
          <p:cNvSpPr>
            <a:spLocks noGrp="1"/>
          </p:cNvSpPr>
          <p:nvPr>
            <p:ph type="tbl" sz="quarter" idx="25"/>
          </p:nvPr>
        </p:nvSpPr>
        <p:spPr>
          <a:xfrm>
            <a:off x="644950" y="661058"/>
            <a:ext cx="6441650" cy="3517751"/>
          </a:xfrm>
          <a:solidFill>
            <a:schemeClr val="tx1">
              <a:alpha val="86000"/>
            </a:schemeClr>
          </a:solidFill>
        </p:spPr>
        <p:txBody>
          <a:bodyPr/>
          <a:lstStyle>
            <a:lvl1pPr marL="0" indent="0">
              <a:buNone/>
              <a:defRPr/>
            </a:lvl1pPr>
          </a:lstStyle>
          <a:p>
            <a:r>
              <a:rPr lang="en-US"/>
              <a:t>Click icon to add table</a:t>
            </a:r>
            <a:endParaRPr lang="en-IN" dirty="0"/>
          </a:p>
        </p:txBody>
      </p:sp>
      <p:sp>
        <p:nvSpPr>
          <p:cNvPr id="9" name="Footer Placeholder 8">
            <a:extLst>
              <a:ext uri="{FF2B5EF4-FFF2-40B4-BE49-F238E27FC236}">
                <a16:creationId xmlns:a16="http://schemas.microsoft.com/office/drawing/2014/main" id="{62156780-F5F3-4753-93A5-D6CFAECEA982}"/>
              </a:ext>
            </a:extLst>
          </p:cNvPr>
          <p:cNvSpPr>
            <a:spLocks noGrp="1"/>
          </p:cNvSpPr>
          <p:nvPr>
            <p:ph type="ftr" sz="quarter" idx="21"/>
          </p:nvPr>
        </p:nvSpPr>
        <p:spPr>
          <a:xfrm>
            <a:off x="644950" y="7588457"/>
            <a:ext cx="6670250" cy="294931"/>
          </a:xfrm>
        </p:spPr>
        <p:txBody>
          <a:bodyPr/>
          <a:lstStyle>
            <a:lvl1pPr algn="l">
              <a:defRPr>
                <a:solidFill>
                  <a:srgbClr val="FFFFFF"/>
                </a:solidFill>
              </a:defRPr>
            </a:lvl1pPr>
          </a:lstStyle>
          <a:p>
            <a:endParaRPr lang="en-US" dirty="0"/>
          </a:p>
        </p:txBody>
      </p:sp>
      <p:sp>
        <p:nvSpPr>
          <p:cNvPr id="11" name="Slide Number Placeholder 10">
            <a:extLst>
              <a:ext uri="{FF2B5EF4-FFF2-40B4-BE49-F238E27FC236}">
                <a16:creationId xmlns:a16="http://schemas.microsoft.com/office/drawing/2014/main" id="{E5774761-0146-4E08-A9F3-F691FF15CC94}"/>
              </a:ext>
            </a:extLst>
          </p:cNvPr>
          <p:cNvSpPr>
            <a:spLocks noGrp="1"/>
          </p:cNvSpPr>
          <p:nvPr>
            <p:ph type="sldNum" sz="quarter" idx="22"/>
          </p:nvPr>
        </p:nvSpPr>
        <p:spPr/>
        <p:txBody>
          <a:bodyPr/>
          <a:lstStyle>
            <a:lvl1pPr>
              <a:defRPr>
                <a:solidFill>
                  <a:srgbClr val="FFFFFF"/>
                </a:solidFill>
              </a:defRPr>
            </a:lvl1pPr>
          </a:lstStyle>
          <a:p>
            <a:fld id="{19A725F3-83D0-4529-A15C-9D644B8C51E0}" type="slidenum">
              <a:rPr lang="en-US" smtClean="0"/>
              <a:pPr/>
              <a:t>‹#›</a:t>
            </a:fld>
            <a:endParaRPr lang="en-US"/>
          </a:p>
        </p:txBody>
      </p:sp>
      <p:sp>
        <p:nvSpPr>
          <p:cNvPr id="4" name="Text Placeholder 3">
            <a:extLst>
              <a:ext uri="{FF2B5EF4-FFF2-40B4-BE49-F238E27FC236}">
                <a16:creationId xmlns:a16="http://schemas.microsoft.com/office/drawing/2014/main" id="{856D766E-B641-420F-ADC0-C99054ADED1A}"/>
              </a:ext>
            </a:extLst>
          </p:cNvPr>
          <p:cNvSpPr>
            <a:spLocks noGrp="1"/>
          </p:cNvSpPr>
          <p:nvPr>
            <p:ph type="body" sz="quarter" idx="23" hasCustomPrompt="1"/>
          </p:nvPr>
        </p:nvSpPr>
        <p:spPr>
          <a:xfrm>
            <a:off x="644949" y="4220897"/>
            <a:ext cx="6441650" cy="626052"/>
          </a:xfrm>
          <a:solidFill>
            <a:schemeClr val="tx2">
              <a:alpha val="86000"/>
            </a:schemeClr>
          </a:solidFill>
        </p:spPr>
        <p:txBody>
          <a:bodyPr lIns="288000" rIns="0" anchor="ctr" anchorCtr="0"/>
          <a:lstStyle>
            <a:lvl1pPr marL="0" indent="0" algn="l">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 Name</a:t>
            </a:r>
            <a:endParaRPr lang="en-IN" dirty="0"/>
          </a:p>
        </p:txBody>
      </p:sp>
      <p:sp>
        <p:nvSpPr>
          <p:cNvPr id="2" name="Title_big_white"/>
          <p:cNvSpPr>
            <a:spLocks noGrp="1"/>
          </p:cNvSpPr>
          <p:nvPr>
            <p:ph type="title"/>
          </p:nvPr>
        </p:nvSpPr>
        <p:spPr>
          <a:xfrm>
            <a:off x="999615" y="1895498"/>
            <a:ext cx="5492406" cy="1274195"/>
          </a:xfrm>
        </p:spPr>
        <p:txBody>
          <a:bodyPr lIns="0" rIns="0"/>
          <a:lstStyle>
            <a:lvl1pPr>
              <a:defRPr sz="3840" spc="0" baseline="0">
                <a:solidFill>
                  <a:srgbClr val="FFFFFF"/>
                </a:solidFill>
                <a:latin typeface="+mj-lt"/>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C1B7C1B9-2095-4997-AB3E-0290BD55F21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99614" y="923971"/>
            <a:ext cx="2002109" cy="590653"/>
          </a:xfrm>
          <a:prstGeom prst="rect">
            <a:avLst/>
          </a:prstGeom>
        </p:spPr>
      </p:pic>
    </p:spTree>
    <p:extLst>
      <p:ext uri="{BB962C8B-B14F-4D97-AF65-F5344CB8AC3E}">
        <p14:creationId xmlns:p14="http://schemas.microsoft.com/office/powerpoint/2010/main" val="1977958255"/>
      </p:ext>
    </p:extLst>
  </p:cSld>
  <p:clrMapOvr>
    <a:overrideClrMapping bg1="lt1" tx1="dk1" bg2="lt2" tx2="dk2" accent1="accent1" accent2="accent2" accent3="accent3" accent4="accent4" accent5="accent5" accent6="accent6" hlink="hlink" folHlink="folHlink"/>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Opening_5">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7621469" y="0"/>
            <a:ext cx="7008931" cy="8229600"/>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sp>
        <p:nvSpPr>
          <p:cNvPr id="2" name="Title_half_left"/>
          <p:cNvSpPr>
            <a:spLocks noGrp="1"/>
          </p:cNvSpPr>
          <p:nvPr>
            <p:ph type="title"/>
          </p:nvPr>
        </p:nvSpPr>
        <p:spPr>
          <a:xfrm>
            <a:off x="605701" y="3380717"/>
            <a:ext cx="6294989" cy="1274195"/>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243D586E-F233-48FE-A780-BB4D0BED1192}"/>
              </a:ext>
            </a:extLst>
          </p:cNvPr>
          <p:cNvSpPr>
            <a:spLocks noGrp="1"/>
          </p:cNvSpPr>
          <p:nvPr>
            <p:ph type="body" sz="quarter" idx="12" hasCustomPrompt="1"/>
          </p:nvPr>
        </p:nvSpPr>
        <p:spPr>
          <a:xfrm>
            <a:off x="608276" y="5259706"/>
            <a:ext cx="6292415" cy="441379"/>
          </a:xfrm>
        </p:spPr>
        <p:txBody>
          <a:bodyPr/>
          <a:lstStyle>
            <a:lvl1pPr marL="0" indent="0">
              <a:buNone/>
              <a:defRPr/>
            </a:lvl1pPr>
            <a:lvl2pPr marL="320040" indent="0">
              <a:buNone/>
              <a:defRPr/>
            </a:lvl2pPr>
            <a:lvl3pPr marL="1097280" indent="0">
              <a:buNone/>
              <a:defRPr/>
            </a:lvl3pPr>
            <a:lvl4pPr marL="1645920" indent="0">
              <a:buNone/>
              <a:defRPr/>
            </a:lvl4pPr>
            <a:lvl5pPr marL="2194560" indent="0">
              <a:buNone/>
              <a:defRPr/>
            </a:lvl5pPr>
          </a:lstStyle>
          <a:p>
            <a:pPr lvl="0"/>
            <a:r>
              <a:rPr lang="en-US" dirty="0"/>
              <a:t>Presenter Name</a:t>
            </a:r>
            <a:endParaRPr lang="en-IN" dirty="0"/>
          </a:p>
        </p:txBody>
      </p:sp>
      <p:pic>
        <p:nvPicPr>
          <p:cNvPr id="7" name="Picture 6">
            <a:extLst>
              <a:ext uri="{FF2B5EF4-FFF2-40B4-BE49-F238E27FC236}">
                <a16:creationId xmlns:a16="http://schemas.microsoft.com/office/drawing/2014/main" id="{04BDFC6F-3286-4A3D-A782-EF139340A1F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05701" y="557633"/>
            <a:ext cx="2072786" cy="596963"/>
          </a:xfrm>
          <a:prstGeom prst="rect">
            <a:avLst/>
          </a:prstGeom>
        </p:spPr>
      </p:pic>
    </p:spTree>
    <p:extLst>
      <p:ext uri="{BB962C8B-B14F-4D97-AF65-F5344CB8AC3E}">
        <p14:creationId xmlns:p14="http://schemas.microsoft.com/office/powerpoint/2010/main" val="1005085753"/>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latin typeface="Work Sans" panose="00000500000000000000" pitchFamily="2" charset="0"/>
              </a:defRPr>
            </a:lvl1pPr>
          </a:lstStyle>
          <a:p>
            <a:fld id="{19A725F3-83D0-4529-A15C-9D644B8C51E0}"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Date Placeholder 5">
            <a:extLst>
              <a:ext uri="{FF2B5EF4-FFF2-40B4-BE49-F238E27FC236}">
                <a16:creationId xmlns:a16="http://schemas.microsoft.com/office/drawing/2014/main" id="{FBB9A967-9DD9-4DD6-A720-46986134B147}"/>
              </a:ext>
            </a:extLst>
          </p:cNvPr>
          <p:cNvSpPr>
            <a:spLocks noGrp="1"/>
          </p:cNvSpPr>
          <p:nvPr>
            <p:ph type="dt" sz="half" idx="12"/>
          </p:nvPr>
        </p:nvSpPr>
        <p:spPr/>
        <p:txBody>
          <a:bodyPr/>
          <a:lstStyle/>
          <a:p>
            <a:fld id="{9CF93D67-5D82-4BC3-B7F6-06B738CB276D}" type="datetime1">
              <a:rPr lang="en-US" smtClean="0"/>
              <a:t>1/7/2020</a:t>
            </a:fld>
            <a:endParaRPr lang="en-US"/>
          </a:p>
        </p:txBody>
      </p:sp>
    </p:spTree>
    <p:extLst>
      <p:ext uri="{BB962C8B-B14F-4D97-AF65-F5344CB8AC3E}">
        <p14:creationId xmlns:p14="http://schemas.microsoft.com/office/powerpoint/2010/main" val="3650948426"/>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Work Sans" panose="00000500000000000000" pitchFamily="2" charset="0"/>
              </a:defRPr>
            </a:lvl1pPr>
          </a:lstStyle>
          <a:p>
            <a:fld id="{19A725F3-83D0-4529-A15C-9D644B8C51E0}"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Subtitle"/>
          <p:cNvSpPr>
            <a:spLocks noGrp="1"/>
          </p:cNvSpPr>
          <p:nvPr>
            <p:ph type="body" sz="quarter" idx="12" hasCustomPrompt="1"/>
          </p:nvPr>
        </p:nvSpPr>
        <p:spPr>
          <a:xfrm>
            <a:off x="643681" y="1249426"/>
            <a:ext cx="13201650" cy="610873"/>
          </a:xfrm>
          <a:prstGeom prst="rect">
            <a:avLst/>
          </a:prstGeom>
        </p:spPr>
        <p:txBody>
          <a:bodyPr>
            <a:spAutoFit/>
          </a:bodyPr>
          <a:lstStyle>
            <a:lvl1pPr marL="0" indent="0">
              <a:buNone/>
              <a:defRPr sz="2880">
                <a:latin typeface="Work Sans Light" panose="00000400000000000000" pitchFamily="2" charset="0"/>
              </a:defRPr>
            </a:lvl1pPr>
          </a:lstStyle>
          <a:p>
            <a:pPr lvl="0"/>
            <a:r>
              <a:rPr lang="en-US" dirty="0"/>
              <a:t>Subtitle goes here</a:t>
            </a:r>
          </a:p>
        </p:txBody>
      </p:sp>
      <p:sp>
        <p:nvSpPr>
          <p:cNvPr id="5" name="Date Placeholder 4">
            <a:extLst>
              <a:ext uri="{FF2B5EF4-FFF2-40B4-BE49-F238E27FC236}">
                <a16:creationId xmlns:a16="http://schemas.microsoft.com/office/drawing/2014/main" id="{FAC4EAAC-FB47-49ED-97B6-A5D15BB5B0BB}"/>
              </a:ext>
            </a:extLst>
          </p:cNvPr>
          <p:cNvSpPr>
            <a:spLocks noGrp="1"/>
          </p:cNvSpPr>
          <p:nvPr>
            <p:ph type="dt" sz="half" idx="13"/>
          </p:nvPr>
        </p:nvSpPr>
        <p:spPr/>
        <p:txBody>
          <a:bodyPr/>
          <a:lstStyle/>
          <a:p>
            <a:fld id="{9CF93D67-5D82-4BC3-B7F6-06B738CB276D}" type="datetime1">
              <a:rPr lang="en-US" smtClean="0"/>
              <a:t>1/7/2020</a:t>
            </a:fld>
            <a:endParaRPr lang="en-US"/>
          </a:p>
        </p:txBody>
      </p:sp>
      <p:sp>
        <p:nvSpPr>
          <p:cNvPr id="9" name="Title 8">
            <a:extLst>
              <a:ext uri="{FF2B5EF4-FFF2-40B4-BE49-F238E27FC236}">
                <a16:creationId xmlns:a16="http://schemas.microsoft.com/office/drawing/2014/main" id="{5995F111-8597-4705-A658-A748EE2E77E5}"/>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691490653"/>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title &amp; Conten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Work Sans" panose="00000500000000000000" pitchFamily="2" charset="0"/>
              </a:defRPr>
            </a:lvl1pPr>
          </a:lstStyle>
          <a:p>
            <a:fld id="{19A725F3-83D0-4529-A15C-9D644B8C51E0}"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Subtitle"/>
          <p:cNvSpPr>
            <a:spLocks noGrp="1"/>
          </p:cNvSpPr>
          <p:nvPr>
            <p:ph type="body" sz="quarter" idx="12" hasCustomPrompt="1"/>
          </p:nvPr>
        </p:nvSpPr>
        <p:spPr>
          <a:xfrm>
            <a:off x="643681" y="1249426"/>
            <a:ext cx="13201650" cy="610873"/>
          </a:xfrm>
          <a:prstGeom prst="rect">
            <a:avLst/>
          </a:prstGeom>
        </p:spPr>
        <p:txBody>
          <a:bodyPr>
            <a:spAutoFit/>
          </a:bodyPr>
          <a:lstStyle>
            <a:lvl1pPr marL="0" indent="0">
              <a:buNone/>
              <a:defRPr sz="2880">
                <a:latin typeface="Work Sans Light" panose="00000400000000000000" pitchFamily="2" charset="0"/>
              </a:defRPr>
            </a:lvl1pPr>
          </a:lstStyle>
          <a:p>
            <a:pPr lvl="0"/>
            <a:r>
              <a:rPr lang="en-US" dirty="0"/>
              <a:t>Subtitle goes here</a:t>
            </a:r>
          </a:p>
        </p:txBody>
      </p:sp>
      <p:sp>
        <p:nvSpPr>
          <p:cNvPr id="5" name="Date Placeholder 4">
            <a:extLst>
              <a:ext uri="{FF2B5EF4-FFF2-40B4-BE49-F238E27FC236}">
                <a16:creationId xmlns:a16="http://schemas.microsoft.com/office/drawing/2014/main" id="{FAC4EAAC-FB47-49ED-97B6-A5D15BB5B0BB}"/>
              </a:ext>
            </a:extLst>
          </p:cNvPr>
          <p:cNvSpPr>
            <a:spLocks noGrp="1"/>
          </p:cNvSpPr>
          <p:nvPr>
            <p:ph type="dt" sz="half" idx="13"/>
          </p:nvPr>
        </p:nvSpPr>
        <p:spPr/>
        <p:txBody>
          <a:bodyPr/>
          <a:lstStyle/>
          <a:p>
            <a:fld id="{9CF93D67-5D82-4BC3-B7F6-06B738CB276D}" type="datetime1">
              <a:rPr lang="en-US" smtClean="0"/>
              <a:t>1/7/2020</a:t>
            </a:fld>
            <a:endParaRPr lang="en-US"/>
          </a:p>
        </p:txBody>
      </p:sp>
      <p:sp>
        <p:nvSpPr>
          <p:cNvPr id="9" name="Title 8">
            <a:extLst>
              <a:ext uri="{FF2B5EF4-FFF2-40B4-BE49-F238E27FC236}">
                <a16:creationId xmlns:a16="http://schemas.microsoft.com/office/drawing/2014/main" id="{5995F111-8597-4705-A658-A748EE2E77E5}"/>
              </a:ext>
            </a:extLst>
          </p:cNvPr>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4"/>
          </p:nvPr>
        </p:nvSpPr>
        <p:spPr>
          <a:xfrm>
            <a:off x="643890" y="1969623"/>
            <a:ext cx="13340716" cy="51760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36007351"/>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bottom with background">
    <p:bg>
      <p:bgRef idx="1001">
        <a:schemeClr val="bg2"/>
      </p:bgRef>
    </p:bg>
    <p:spTree>
      <p:nvGrpSpPr>
        <p:cNvPr id="1" name=""/>
        <p:cNvGrpSpPr/>
        <p:nvPr/>
      </p:nvGrpSpPr>
      <p:grpSpPr>
        <a:xfrm>
          <a:off x="0" y="0"/>
          <a:ext cx="0" cy="0"/>
          <a:chOff x="0" y="0"/>
          <a:chExt cx="0" cy="0"/>
        </a:xfrm>
      </p:grpSpPr>
      <p:sp>
        <p:nvSpPr>
          <p:cNvPr id="6" name="Picture Placeholder 6"/>
          <p:cNvSpPr>
            <a:spLocks noGrp="1"/>
          </p:cNvSpPr>
          <p:nvPr>
            <p:ph type="pic" sz="quarter" idx="13"/>
          </p:nvPr>
        </p:nvSpPr>
        <p:spPr>
          <a:xfrm>
            <a:off x="0" y="0"/>
            <a:ext cx="14630400" cy="8229600"/>
          </a:xfrm>
          <a:prstGeom prst="rect">
            <a:avLst/>
          </a:prstGeom>
          <a:noFill/>
        </p:spPr>
        <p:txBody>
          <a:bodyPr/>
          <a:lstStyle>
            <a:lvl1pPr marL="0" indent="0">
              <a:buNone/>
              <a:defRPr>
                <a:noFill/>
              </a:defRPr>
            </a:lvl1pPr>
          </a:lstStyle>
          <a:p>
            <a:r>
              <a:rPr lang="en-US"/>
              <a:t>Click icon to add picture</a:t>
            </a:r>
            <a:endParaRPr lang="en-US" dirty="0"/>
          </a:p>
        </p:txBody>
      </p:sp>
      <p:sp>
        <p:nvSpPr>
          <p:cNvPr id="2" name="Title_big_bottom"/>
          <p:cNvSpPr>
            <a:spLocks noGrp="1"/>
          </p:cNvSpPr>
          <p:nvPr>
            <p:ph type="title"/>
          </p:nvPr>
        </p:nvSpPr>
        <p:spPr>
          <a:xfrm>
            <a:off x="644951" y="5251521"/>
            <a:ext cx="13340500" cy="960263"/>
          </a:xfrm>
        </p:spPr>
        <p:txBody>
          <a:bodyPr/>
          <a:lstStyle>
            <a:lvl1pPr>
              <a:defRPr sz="5520">
                <a:solidFill>
                  <a:srgbClr val="FFFFFF"/>
                </a:solidFill>
                <a:latin typeface="+mj-lt"/>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E0820E8D-C14D-4C0B-BD6B-8F88D7BAADED}"/>
              </a:ext>
            </a:extLst>
          </p:cNvPr>
          <p:cNvSpPr>
            <a:spLocks noGrp="1"/>
          </p:cNvSpPr>
          <p:nvPr>
            <p:ph type="dt" sz="half" idx="14"/>
          </p:nvPr>
        </p:nvSpPr>
        <p:spPr/>
        <p:txBody>
          <a:bodyPr/>
          <a:lstStyle>
            <a:lvl1pPr>
              <a:defRPr>
                <a:solidFill>
                  <a:srgbClr val="FFFFFF"/>
                </a:solidFill>
              </a:defRPr>
            </a:lvl1pPr>
          </a:lstStyle>
          <a:p>
            <a:fld id="{9CF93D67-5D82-4BC3-B7F6-06B738CB276D}" type="datetime1">
              <a:rPr lang="en-US" smtClean="0"/>
              <a:t>1/7/2020</a:t>
            </a:fld>
            <a:endParaRPr lang="en-US"/>
          </a:p>
        </p:txBody>
      </p:sp>
      <p:sp>
        <p:nvSpPr>
          <p:cNvPr id="9" name="Footer Placeholder 8">
            <a:extLst>
              <a:ext uri="{FF2B5EF4-FFF2-40B4-BE49-F238E27FC236}">
                <a16:creationId xmlns:a16="http://schemas.microsoft.com/office/drawing/2014/main" id="{374A7328-CA38-4B1B-B573-1B0774D3AC94}"/>
              </a:ext>
            </a:extLst>
          </p:cNvPr>
          <p:cNvSpPr>
            <a:spLocks noGrp="1"/>
          </p:cNvSpPr>
          <p:nvPr>
            <p:ph type="ftr" sz="quarter" idx="15"/>
          </p:nvPr>
        </p:nvSpPr>
        <p:spPr>
          <a:xfrm>
            <a:off x="643680" y="7588457"/>
            <a:ext cx="6671520" cy="294931"/>
          </a:xfrm>
        </p:spPr>
        <p:txBody>
          <a:bodyPr/>
          <a:lstStyle>
            <a:lvl1pPr algn="l">
              <a:defRPr>
                <a:solidFill>
                  <a:srgbClr val="FFFFFF"/>
                </a:solidFill>
              </a:defRPr>
            </a:lvl1pPr>
          </a:lstStyle>
          <a:p>
            <a:endParaRPr lang="en-US" dirty="0"/>
          </a:p>
        </p:txBody>
      </p:sp>
      <p:sp>
        <p:nvSpPr>
          <p:cNvPr id="10" name="Slide Number Placeholder 9">
            <a:extLst>
              <a:ext uri="{FF2B5EF4-FFF2-40B4-BE49-F238E27FC236}">
                <a16:creationId xmlns:a16="http://schemas.microsoft.com/office/drawing/2014/main" id="{ADFC39A8-2928-4641-814D-B19F9B6E95DD}"/>
              </a:ext>
            </a:extLst>
          </p:cNvPr>
          <p:cNvSpPr>
            <a:spLocks noGrp="1"/>
          </p:cNvSpPr>
          <p:nvPr>
            <p:ph type="sldNum" sz="quarter" idx="16"/>
          </p:nvPr>
        </p:nvSpPr>
        <p:spPr/>
        <p:txBody>
          <a:bodyPr/>
          <a:lstStyle>
            <a:lvl1pPr>
              <a:defRPr>
                <a:solidFill>
                  <a:srgbClr val="FFFFFF"/>
                </a:solidFill>
              </a:defRPr>
            </a:lvl1pPr>
          </a:lstStyle>
          <a:p>
            <a:fld id="{19A725F3-83D0-4529-A15C-9D644B8C51E0}" type="slidenum">
              <a:rPr lang="en-US" smtClean="0"/>
              <a:pPr/>
              <a:t>‹#›</a:t>
            </a:fld>
            <a:endParaRPr lang="en-US"/>
          </a:p>
        </p:txBody>
      </p:sp>
    </p:spTree>
    <p:extLst>
      <p:ext uri="{BB962C8B-B14F-4D97-AF65-F5344CB8AC3E}">
        <p14:creationId xmlns:p14="http://schemas.microsoft.com/office/powerpoint/2010/main" val="3079570738"/>
      </p:ext>
    </p:extLst>
  </p:cSld>
  <p:clrMapOvr>
    <a:overrideClrMapping bg1="dk1" tx1="lt1" bg2="dk2" tx2="lt2" accent1="accent1" accent2="accent2" accent3="accent3" accent4="accent4" accent5="accent5" accent6="accent6" hlink="hlink" folHlink="folHlink"/>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middle with background">
    <p:bg>
      <p:bgRef idx="1001">
        <a:schemeClr val="bg2"/>
      </p:bgRef>
    </p:bg>
    <p:spTree>
      <p:nvGrpSpPr>
        <p:cNvPr id="1" name=""/>
        <p:cNvGrpSpPr/>
        <p:nvPr/>
      </p:nvGrpSpPr>
      <p:grpSpPr>
        <a:xfrm>
          <a:off x="0" y="0"/>
          <a:ext cx="0" cy="0"/>
          <a:chOff x="0" y="0"/>
          <a:chExt cx="0" cy="0"/>
        </a:xfrm>
      </p:grpSpPr>
      <p:sp>
        <p:nvSpPr>
          <p:cNvPr id="7" name="Picture Placeholder 6"/>
          <p:cNvSpPr>
            <a:spLocks noGrp="1"/>
          </p:cNvSpPr>
          <p:nvPr>
            <p:ph type="pic" sz="quarter" idx="16"/>
          </p:nvPr>
        </p:nvSpPr>
        <p:spPr>
          <a:xfrm>
            <a:off x="0" y="0"/>
            <a:ext cx="14630400" cy="8229600"/>
          </a:xfrm>
          <a:prstGeom prst="rect">
            <a:avLst/>
          </a:prstGeom>
          <a:noFill/>
        </p:spPr>
        <p:txBody>
          <a:bodyPr/>
          <a:lstStyle>
            <a:lvl1pPr marL="0" indent="0">
              <a:buNone/>
              <a:defRPr>
                <a:noFill/>
              </a:defRPr>
            </a:lvl1pPr>
          </a:lstStyle>
          <a:p>
            <a:r>
              <a:rPr lang="en-US"/>
              <a:t>Click icon to add picture</a:t>
            </a:r>
            <a:endParaRPr lang="en-US" dirty="0"/>
          </a:p>
        </p:txBody>
      </p:sp>
      <p:sp>
        <p:nvSpPr>
          <p:cNvPr id="114" name="Title_big_white"/>
          <p:cNvSpPr>
            <a:spLocks noGrp="1"/>
          </p:cNvSpPr>
          <p:nvPr>
            <p:ph type="title"/>
          </p:nvPr>
        </p:nvSpPr>
        <p:spPr>
          <a:xfrm>
            <a:off x="644951" y="3594029"/>
            <a:ext cx="13340500" cy="960263"/>
          </a:xfrm>
        </p:spPr>
        <p:txBody>
          <a:bodyPr anchor="ctr" anchorCtr="0"/>
          <a:lstStyle>
            <a:lvl1pPr algn="ctr">
              <a:lnSpc>
                <a:spcPct val="100000"/>
              </a:lnSpc>
              <a:defRPr sz="5520" b="0" spc="0" baseline="0">
                <a:solidFill>
                  <a:srgbClr val="FFFFFF"/>
                </a:solidFill>
                <a:latin typeface="+mj-lt"/>
                <a:ea typeface="Work Sans Medium" panose="020B0706030804020204" pitchFamily="34" charset="0"/>
                <a:cs typeface="Work Sans Medium" panose="020B0706030804020204" pitchFamily="34" charset="0"/>
              </a:defRPr>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6FF18A5-09F4-47C1-A4BD-EC66B9E1685D}"/>
              </a:ext>
            </a:extLst>
          </p:cNvPr>
          <p:cNvSpPr>
            <a:spLocks noGrp="1"/>
          </p:cNvSpPr>
          <p:nvPr>
            <p:ph type="dt" sz="half" idx="17"/>
          </p:nvPr>
        </p:nvSpPr>
        <p:spPr/>
        <p:txBody>
          <a:bodyPr/>
          <a:lstStyle>
            <a:lvl1pPr>
              <a:defRPr>
                <a:solidFill>
                  <a:srgbClr val="FFFFFF"/>
                </a:solidFill>
              </a:defRPr>
            </a:lvl1pPr>
          </a:lstStyle>
          <a:p>
            <a:fld id="{9CF93D67-5D82-4BC3-B7F6-06B738CB276D}" type="datetime1">
              <a:rPr lang="en-US" smtClean="0"/>
              <a:t>1/7/2020</a:t>
            </a:fld>
            <a:endParaRPr lang="en-US"/>
          </a:p>
        </p:txBody>
      </p:sp>
      <p:sp>
        <p:nvSpPr>
          <p:cNvPr id="8" name="Footer Placeholder 7">
            <a:extLst>
              <a:ext uri="{FF2B5EF4-FFF2-40B4-BE49-F238E27FC236}">
                <a16:creationId xmlns:a16="http://schemas.microsoft.com/office/drawing/2014/main" id="{2BEBA99D-F27E-46D4-86A6-1803583B424A}"/>
              </a:ext>
            </a:extLst>
          </p:cNvPr>
          <p:cNvSpPr>
            <a:spLocks noGrp="1"/>
          </p:cNvSpPr>
          <p:nvPr>
            <p:ph type="ftr" sz="quarter" idx="18"/>
          </p:nvPr>
        </p:nvSpPr>
        <p:spPr>
          <a:xfrm>
            <a:off x="643680" y="7588457"/>
            <a:ext cx="6671520" cy="294931"/>
          </a:xfrm>
        </p:spPr>
        <p:txBody>
          <a:bodyPr/>
          <a:lstStyle>
            <a:lvl1pPr algn="l">
              <a:defRPr>
                <a:solidFill>
                  <a:srgbClr val="FFFFFF"/>
                </a:solidFill>
              </a:defRPr>
            </a:lvl1pPr>
          </a:lstStyle>
          <a:p>
            <a:endParaRPr lang="en-US" dirty="0"/>
          </a:p>
        </p:txBody>
      </p:sp>
      <p:sp>
        <p:nvSpPr>
          <p:cNvPr id="9" name="Slide Number Placeholder 8">
            <a:extLst>
              <a:ext uri="{FF2B5EF4-FFF2-40B4-BE49-F238E27FC236}">
                <a16:creationId xmlns:a16="http://schemas.microsoft.com/office/drawing/2014/main" id="{C78AA439-BB0B-4BC6-A160-9D3AE0EBCD93}"/>
              </a:ext>
            </a:extLst>
          </p:cNvPr>
          <p:cNvSpPr>
            <a:spLocks noGrp="1"/>
          </p:cNvSpPr>
          <p:nvPr>
            <p:ph type="sldNum" sz="quarter" idx="19"/>
          </p:nvPr>
        </p:nvSpPr>
        <p:spPr/>
        <p:txBody>
          <a:bodyPr/>
          <a:lstStyle>
            <a:lvl1pPr>
              <a:defRPr>
                <a:solidFill>
                  <a:srgbClr val="FFFFFF"/>
                </a:solidFill>
              </a:defRPr>
            </a:lvl1pPr>
          </a:lstStyle>
          <a:p>
            <a:fld id="{19A725F3-83D0-4529-A15C-9D644B8C51E0}" type="slidenum">
              <a:rPr lang="en-US" smtClean="0"/>
              <a:pPr/>
              <a:t>‹#›</a:t>
            </a:fld>
            <a:endParaRPr lang="en-US"/>
          </a:p>
        </p:txBody>
      </p:sp>
    </p:spTree>
    <p:extLst>
      <p:ext uri="{BB962C8B-B14F-4D97-AF65-F5344CB8AC3E}">
        <p14:creationId xmlns:p14="http://schemas.microsoft.com/office/powerpoint/2010/main" val="1576088417"/>
      </p:ext>
    </p:extLst>
  </p:cSld>
  <p:clrMapOvr>
    <a:overrideClrMapping bg1="dk1" tx1="lt1" bg2="dk2" tx2="lt2" accent1="accent1" accent2="accent2" accent3="accent3" accent4="accent4" accent5="accent5" accent6="accent6" hlink="hlink" folHlink="folHlink"/>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Half Background Left">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0"/>
            <a:ext cx="7010400" cy="8229600"/>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sp>
        <p:nvSpPr>
          <p:cNvPr id="4" name="Title_half_left">
            <a:extLst>
              <a:ext uri="{FF2B5EF4-FFF2-40B4-BE49-F238E27FC236}">
                <a16:creationId xmlns:a16="http://schemas.microsoft.com/office/drawing/2014/main" id="{35197603-5189-4129-8F15-E1A3230F165B}"/>
              </a:ext>
            </a:extLst>
          </p:cNvPr>
          <p:cNvSpPr>
            <a:spLocks noGrp="1"/>
          </p:cNvSpPr>
          <p:nvPr>
            <p:ph type="title"/>
          </p:nvPr>
        </p:nvSpPr>
        <p:spPr>
          <a:xfrm>
            <a:off x="7706480" y="3398033"/>
            <a:ext cx="6294989" cy="1274195"/>
          </a:xfrm>
        </p:spPr>
        <p:txBody>
          <a:bodyPr/>
          <a:lstStyle/>
          <a:p>
            <a:r>
              <a:rPr lang="en-US"/>
              <a:t>Click to edit Master title style</a:t>
            </a:r>
            <a:endParaRPr lang="en-US" dirty="0"/>
          </a:p>
        </p:txBody>
      </p:sp>
    </p:spTree>
    <p:extLst>
      <p:ext uri="{BB962C8B-B14F-4D97-AF65-F5344CB8AC3E}">
        <p14:creationId xmlns:p14="http://schemas.microsoft.com/office/powerpoint/2010/main" val="2718867105"/>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alf Background Right">
    <p:spTree>
      <p:nvGrpSpPr>
        <p:cNvPr id="1" name=""/>
        <p:cNvGrpSpPr/>
        <p:nvPr/>
      </p:nvGrpSpPr>
      <p:grpSpPr>
        <a:xfrm>
          <a:off x="0" y="0"/>
          <a:ext cx="0" cy="0"/>
          <a:chOff x="0" y="0"/>
          <a:chExt cx="0" cy="0"/>
        </a:xfrm>
      </p:grpSpPr>
      <p:sp>
        <p:nvSpPr>
          <p:cNvPr id="2" name="Title_half_left"/>
          <p:cNvSpPr>
            <a:spLocks noGrp="1"/>
          </p:cNvSpPr>
          <p:nvPr>
            <p:ph type="title"/>
          </p:nvPr>
        </p:nvSpPr>
        <p:spPr>
          <a:xfrm>
            <a:off x="644952" y="511710"/>
            <a:ext cx="6294989" cy="1274195"/>
          </a:xfrm>
        </p:spPr>
        <p:txBody>
          <a:bodyPr/>
          <a:lstStyle/>
          <a:p>
            <a:r>
              <a:rPr lang="en-US"/>
              <a:t>Click to edit Master title style</a:t>
            </a:r>
            <a:endParaRPr lang="en-US" dirty="0"/>
          </a:p>
        </p:txBody>
      </p:sp>
      <p:sp>
        <p:nvSpPr>
          <p:cNvPr id="6" name="Picture Placeholder 5"/>
          <p:cNvSpPr>
            <a:spLocks noGrp="1"/>
          </p:cNvSpPr>
          <p:nvPr>
            <p:ph type="pic" sz="quarter" idx="11"/>
          </p:nvPr>
        </p:nvSpPr>
        <p:spPr>
          <a:xfrm>
            <a:off x="7621469" y="0"/>
            <a:ext cx="7008931" cy="8229600"/>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sp>
        <p:nvSpPr>
          <p:cNvPr id="8" name="Subtitle_half_left"/>
          <p:cNvSpPr>
            <a:spLocks noGrp="1"/>
          </p:cNvSpPr>
          <p:nvPr>
            <p:ph type="body" sz="quarter" idx="14" hasCustomPrompt="1"/>
          </p:nvPr>
        </p:nvSpPr>
        <p:spPr>
          <a:xfrm>
            <a:off x="643681" y="1228478"/>
            <a:ext cx="6310332" cy="610873"/>
          </a:xfrm>
          <a:prstGeom prst="rect">
            <a:avLst/>
          </a:prstGeom>
        </p:spPr>
        <p:txBody>
          <a:bodyPr wrap="square">
            <a:spAutoFit/>
          </a:bodyPr>
          <a:lstStyle>
            <a:lvl1pPr marL="0" indent="0">
              <a:buNone/>
              <a:defRPr sz="2880">
                <a:latin typeface="Work Sans Light" panose="00000400000000000000" pitchFamily="2" charset="0"/>
              </a:defRPr>
            </a:lvl1pPr>
          </a:lstStyle>
          <a:p>
            <a:pPr lvl="0"/>
            <a:r>
              <a:rPr lang="en-US" dirty="0"/>
              <a:t>Subtitle goes here</a:t>
            </a:r>
          </a:p>
        </p:txBody>
      </p:sp>
    </p:spTree>
    <p:extLst>
      <p:ext uri="{BB962C8B-B14F-4D97-AF65-F5344CB8AC3E}">
        <p14:creationId xmlns:p14="http://schemas.microsoft.com/office/powerpoint/2010/main" val="3942209681"/>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alf background Bottom">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3590014"/>
            <a:ext cx="14630400" cy="4639586"/>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pic>
        <p:nvPicPr>
          <p:cNvPr id="8" name="Picture 7">
            <a:extLst>
              <a:ext uri="{FF2B5EF4-FFF2-40B4-BE49-F238E27FC236}">
                <a16:creationId xmlns:a16="http://schemas.microsoft.com/office/drawing/2014/main" id="{4E988EB7-C821-4EEA-B8AF-13B106E73F0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2044903" y="523343"/>
            <a:ext cx="2072786" cy="596963"/>
          </a:xfrm>
          <a:prstGeom prst="rect">
            <a:avLst/>
          </a:prstGeom>
        </p:spPr>
      </p:pic>
      <p:sp>
        <p:nvSpPr>
          <p:cNvPr id="9" name="Text Placeholder 8">
            <a:extLst>
              <a:ext uri="{FF2B5EF4-FFF2-40B4-BE49-F238E27FC236}">
                <a16:creationId xmlns:a16="http://schemas.microsoft.com/office/drawing/2014/main" id="{5B896ED2-8998-45EC-B37F-E645AEBA4DDE}"/>
              </a:ext>
            </a:extLst>
          </p:cNvPr>
          <p:cNvSpPr>
            <a:spLocks noGrp="1"/>
          </p:cNvSpPr>
          <p:nvPr>
            <p:ph type="body" sz="quarter" idx="14"/>
          </p:nvPr>
        </p:nvSpPr>
        <p:spPr>
          <a:xfrm>
            <a:off x="643682" y="410083"/>
            <a:ext cx="10234880" cy="710222"/>
          </a:xfrm>
        </p:spPr>
        <p:txBody>
          <a:bodyPr>
            <a:noAutofit/>
          </a:bodyPr>
          <a:lstStyle>
            <a:lvl1pPr marL="0" indent="0" algn="l" defTabSz="1097280" rtl="0" eaLnBrk="1" latinLnBrk="0" hangingPunct="1">
              <a:lnSpc>
                <a:spcPct val="100000"/>
              </a:lnSpc>
              <a:spcBef>
                <a:spcPct val="0"/>
              </a:spcBef>
              <a:buNone/>
              <a:defRPr lang="en-US" sz="3840" kern="1200" spc="0" baseline="0" dirty="0" smtClean="0">
                <a:solidFill>
                  <a:schemeClr val="tx1"/>
                </a:solidFill>
                <a:latin typeface="+mj-lt"/>
                <a:ea typeface="+mj-ea"/>
                <a:cs typeface="+mj-cs"/>
              </a:defRPr>
            </a:lvl1pPr>
            <a:lvl2pPr marL="320040" indent="0" algn="l" defTabSz="1097280" rtl="0" eaLnBrk="1" latinLnBrk="0" hangingPunct="1">
              <a:lnSpc>
                <a:spcPct val="100000"/>
              </a:lnSpc>
              <a:spcBef>
                <a:spcPct val="0"/>
              </a:spcBef>
              <a:buNone/>
              <a:defRPr lang="en-US" sz="3840" kern="1200" spc="0" baseline="0" dirty="0" smtClean="0">
                <a:solidFill>
                  <a:schemeClr val="tx1"/>
                </a:solidFill>
                <a:latin typeface="+mj-lt"/>
                <a:ea typeface="+mj-ea"/>
                <a:cs typeface="+mj-cs"/>
              </a:defRPr>
            </a:lvl2pPr>
            <a:lvl3pPr marL="1097280" indent="0" algn="l" defTabSz="1097280" rtl="0" eaLnBrk="1" latinLnBrk="0" hangingPunct="1">
              <a:lnSpc>
                <a:spcPct val="100000"/>
              </a:lnSpc>
              <a:spcBef>
                <a:spcPct val="0"/>
              </a:spcBef>
              <a:buNone/>
              <a:defRPr lang="en-US" sz="3840" kern="1200" spc="0" baseline="0" dirty="0" smtClean="0">
                <a:solidFill>
                  <a:schemeClr val="tx1"/>
                </a:solidFill>
                <a:latin typeface="+mj-lt"/>
                <a:ea typeface="+mj-ea"/>
                <a:cs typeface="+mj-cs"/>
              </a:defRPr>
            </a:lvl3pPr>
            <a:lvl4pPr marL="1645920" indent="0" algn="l" defTabSz="1097280" rtl="0" eaLnBrk="1" latinLnBrk="0" hangingPunct="1">
              <a:lnSpc>
                <a:spcPct val="100000"/>
              </a:lnSpc>
              <a:spcBef>
                <a:spcPct val="0"/>
              </a:spcBef>
              <a:buNone/>
              <a:defRPr lang="en-US" sz="3840" kern="1200" spc="0" baseline="0" dirty="0" smtClean="0">
                <a:solidFill>
                  <a:schemeClr val="tx1"/>
                </a:solidFill>
                <a:latin typeface="+mj-lt"/>
                <a:ea typeface="+mj-ea"/>
                <a:cs typeface="+mj-cs"/>
              </a:defRPr>
            </a:lvl4pPr>
            <a:lvl5pPr marL="2194560" indent="0" algn="l" defTabSz="1097280" rtl="0" eaLnBrk="1" latinLnBrk="0" hangingPunct="1">
              <a:lnSpc>
                <a:spcPct val="100000"/>
              </a:lnSpc>
              <a:spcBef>
                <a:spcPct val="0"/>
              </a:spcBef>
              <a:buNone/>
              <a:defRPr lang="en-IN" sz="3840" kern="1200" spc="0" baseline="0" dirty="0">
                <a:solidFill>
                  <a:schemeClr val="tx1"/>
                </a:solidFill>
                <a:latin typeface="+mj-lt"/>
                <a:ea typeface="+mj-ea"/>
                <a:cs typeface="+mj-cs"/>
              </a:defRPr>
            </a:lvl5pPr>
          </a:lstStyle>
          <a:p>
            <a:pPr lvl="0"/>
            <a:r>
              <a:rPr lang="en-US"/>
              <a:t>Edit Master text styles</a:t>
            </a:r>
          </a:p>
        </p:txBody>
      </p:sp>
      <p:sp>
        <p:nvSpPr>
          <p:cNvPr id="7" name="Subtitle_half_left">
            <a:extLst>
              <a:ext uri="{FF2B5EF4-FFF2-40B4-BE49-F238E27FC236}">
                <a16:creationId xmlns:a16="http://schemas.microsoft.com/office/drawing/2014/main" id="{77E6C968-BC80-4BF5-89B5-09F0B60719D2}"/>
              </a:ext>
            </a:extLst>
          </p:cNvPr>
          <p:cNvSpPr>
            <a:spLocks noGrp="1"/>
          </p:cNvSpPr>
          <p:nvPr>
            <p:ph type="body" sz="quarter" idx="15" hasCustomPrompt="1"/>
          </p:nvPr>
        </p:nvSpPr>
        <p:spPr>
          <a:xfrm>
            <a:off x="643681" y="1228478"/>
            <a:ext cx="6310332" cy="610873"/>
          </a:xfrm>
          <a:prstGeom prst="rect">
            <a:avLst/>
          </a:prstGeom>
        </p:spPr>
        <p:txBody>
          <a:bodyPr wrap="square">
            <a:spAutoFit/>
          </a:bodyPr>
          <a:lstStyle>
            <a:lvl1pPr marL="0" indent="0">
              <a:buNone/>
              <a:defRPr sz="2880">
                <a:latin typeface="Work Sans Light" panose="00000400000000000000" pitchFamily="2" charset="0"/>
              </a:defRPr>
            </a:lvl1pPr>
          </a:lstStyle>
          <a:p>
            <a:pPr lvl="0"/>
            <a:r>
              <a:rPr lang="en-US" dirty="0"/>
              <a:t>Subtitle goes here</a:t>
            </a:r>
          </a:p>
        </p:txBody>
      </p:sp>
    </p:spTree>
    <p:extLst>
      <p:ext uri="{BB962C8B-B14F-4D97-AF65-F5344CB8AC3E}">
        <p14:creationId xmlns:p14="http://schemas.microsoft.com/office/powerpoint/2010/main" val="3174491835"/>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alf Background Top">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19A725F3-83D0-4529-A15C-9D644B8C51E0}" type="slidenum">
              <a:rPr lang="en-US" smtClean="0"/>
              <a:pPr/>
              <a:t>‹#›</a:t>
            </a:fld>
            <a:endParaRPr lang="en-US"/>
          </a:p>
        </p:txBody>
      </p:sp>
      <p:sp>
        <p:nvSpPr>
          <p:cNvPr id="5" name="Picture Placeholder 5"/>
          <p:cNvSpPr>
            <a:spLocks noGrp="1"/>
          </p:cNvSpPr>
          <p:nvPr>
            <p:ph type="pic" sz="quarter" idx="12"/>
          </p:nvPr>
        </p:nvSpPr>
        <p:spPr>
          <a:xfrm>
            <a:off x="0" y="1"/>
            <a:ext cx="14630400" cy="5101590"/>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sp>
        <p:nvSpPr>
          <p:cNvPr id="4" name="Footer Placeholder 3"/>
          <p:cNvSpPr>
            <a:spLocks noGrp="1"/>
          </p:cNvSpPr>
          <p:nvPr>
            <p:ph type="ftr" sz="quarter" idx="13"/>
          </p:nvPr>
        </p:nvSpPr>
        <p:spPr/>
        <p:txBody>
          <a:bodyPr/>
          <a:lstStyle/>
          <a:p>
            <a:endParaRPr lang="en-US" dirty="0"/>
          </a:p>
        </p:txBody>
      </p:sp>
      <p:sp>
        <p:nvSpPr>
          <p:cNvPr id="6" name="Title_white"/>
          <p:cNvSpPr>
            <a:spLocks noGrp="1"/>
          </p:cNvSpPr>
          <p:nvPr>
            <p:ph type="title"/>
          </p:nvPr>
        </p:nvSpPr>
        <p:spPr>
          <a:xfrm>
            <a:off x="644951" y="609120"/>
            <a:ext cx="13340500" cy="683264"/>
          </a:xfrm>
        </p:spPr>
        <p:txBody>
          <a:bodyPr/>
          <a:lstStyle>
            <a:lvl1pPr>
              <a:defRPr>
                <a:solidFill>
                  <a:srgbClr val="FFFFFF"/>
                </a:solidFill>
              </a:defRPr>
            </a:lvl1pPr>
          </a:lstStyle>
          <a:p>
            <a:r>
              <a:rPr lang="en-US"/>
              <a:t>Click to edit Master title style</a:t>
            </a:r>
            <a:endParaRPr lang="en-US" dirty="0"/>
          </a:p>
        </p:txBody>
      </p:sp>
      <p:sp>
        <p:nvSpPr>
          <p:cNvPr id="7" name="Subtitle_white"/>
          <p:cNvSpPr>
            <a:spLocks noGrp="1"/>
          </p:cNvSpPr>
          <p:nvPr>
            <p:ph type="body" sz="quarter" idx="14" hasCustomPrompt="1"/>
          </p:nvPr>
        </p:nvSpPr>
        <p:spPr>
          <a:xfrm>
            <a:off x="643681" y="1110241"/>
            <a:ext cx="13201650" cy="610873"/>
          </a:xfrm>
          <a:prstGeom prst="rect">
            <a:avLst/>
          </a:prstGeom>
        </p:spPr>
        <p:txBody>
          <a:bodyPr>
            <a:spAutoFit/>
          </a:bodyPr>
          <a:lstStyle>
            <a:lvl1pPr marL="0" indent="0">
              <a:buNone/>
              <a:defRPr sz="2880">
                <a:solidFill>
                  <a:srgbClr val="FFFFFF"/>
                </a:solidFill>
                <a:latin typeface="Work Sans Light" panose="00000400000000000000" pitchFamily="2" charset="0"/>
              </a:defRPr>
            </a:lvl1pPr>
          </a:lstStyle>
          <a:p>
            <a:pPr lvl="0"/>
            <a:r>
              <a:rPr lang="en-US" dirty="0"/>
              <a:t>Subtitle goes here</a:t>
            </a:r>
          </a:p>
        </p:txBody>
      </p:sp>
      <p:sp>
        <p:nvSpPr>
          <p:cNvPr id="2" name="Date Placeholder 1">
            <a:extLst>
              <a:ext uri="{FF2B5EF4-FFF2-40B4-BE49-F238E27FC236}">
                <a16:creationId xmlns:a16="http://schemas.microsoft.com/office/drawing/2014/main" id="{8EE8390B-E553-4AFB-9D02-3A91A917F16B}"/>
              </a:ext>
            </a:extLst>
          </p:cNvPr>
          <p:cNvSpPr>
            <a:spLocks noGrp="1"/>
          </p:cNvSpPr>
          <p:nvPr>
            <p:ph type="dt" sz="half" idx="15"/>
          </p:nvPr>
        </p:nvSpPr>
        <p:spPr/>
        <p:txBody>
          <a:bodyPr/>
          <a:lstStyle/>
          <a:p>
            <a:fld id="{9CF93D67-5D82-4BC3-B7F6-06B738CB276D}" type="datetime1">
              <a:rPr lang="en-US" smtClean="0"/>
              <a:t>1/7/2020</a:t>
            </a:fld>
            <a:endParaRPr lang="en-US"/>
          </a:p>
        </p:txBody>
      </p:sp>
    </p:spTree>
    <p:extLst>
      <p:ext uri="{BB962C8B-B14F-4D97-AF65-F5344CB8AC3E}">
        <p14:creationId xmlns:p14="http://schemas.microsoft.com/office/powerpoint/2010/main" val="4017187412"/>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bottom with video">
    <p:spTree>
      <p:nvGrpSpPr>
        <p:cNvPr id="1" name=""/>
        <p:cNvGrpSpPr/>
        <p:nvPr/>
      </p:nvGrpSpPr>
      <p:grpSpPr>
        <a:xfrm>
          <a:off x="0" y="0"/>
          <a:ext cx="0" cy="0"/>
          <a:chOff x="0" y="0"/>
          <a:chExt cx="0" cy="0"/>
        </a:xfrm>
      </p:grpSpPr>
      <p:sp>
        <p:nvSpPr>
          <p:cNvPr id="2" name="Title_bottom"/>
          <p:cNvSpPr>
            <a:spLocks noGrp="1"/>
          </p:cNvSpPr>
          <p:nvPr>
            <p:ph type="title"/>
          </p:nvPr>
        </p:nvSpPr>
        <p:spPr>
          <a:xfrm>
            <a:off x="536746" y="5642579"/>
            <a:ext cx="4266684" cy="1274195"/>
          </a:xfrm>
        </p:spPr>
        <p:txBody>
          <a:bodyPr/>
          <a:lstStyle>
            <a:lvl1pPr algn="r">
              <a:lnSpc>
                <a:spcPct val="100000"/>
              </a:lnSpc>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19A725F3-83D0-4529-A15C-9D644B8C51E0}" type="slidenum">
              <a:rPr lang="en-US" smtClean="0"/>
              <a:pPr/>
              <a:t>‹#›</a:t>
            </a:fld>
            <a:endParaRPr lang="en-US"/>
          </a:p>
        </p:txBody>
      </p:sp>
      <p:sp>
        <p:nvSpPr>
          <p:cNvPr id="6" name="Media Placeholder 5"/>
          <p:cNvSpPr>
            <a:spLocks noGrp="1"/>
          </p:cNvSpPr>
          <p:nvPr>
            <p:ph type="media" sz="quarter" idx="12"/>
          </p:nvPr>
        </p:nvSpPr>
        <p:spPr>
          <a:xfrm>
            <a:off x="0" y="1"/>
            <a:ext cx="14630400" cy="5101590"/>
          </a:xfrm>
          <a:prstGeom prst="rect">
            <a:avLst/>
          </a:prstGeom>
          <a:solidFill>
            <a:schemeClr val="bg1">
              <a:lumMod val="95000"/>
            </a:schemeClr>
          </a:solidFill>
        </p:spPr>
        <p:txBody>
          <a:bodyPr/>
          <a:lstStyle>
            <a:lvl1pPr marL="0" indent="0">
              <a:buNone/>
              <a:defRPr>
                <a:noFill/>
              </a:defRPr>
            </a:lvl1pPr>
          </a:lstStyle>
          <a:p>
            <a:r>
              <a:rPr lang="en-US"/>
              <a:t>Click icon to add media</a:t>
            </a:r>
            <a:endParaRPr lang="en-US" dirty="0"/>
          </a:p>
        </p:txBody>
      </p:sp>
      <p:sp>
        <p:nvSpPr>
          <p:cNvPr id="4" name="Footer Placeholder 3"/>
          <p:cNvSpPr>
            <a:spLocks noGrp="1"/>
          </p:cNvSpPr>
          <p:nvPr>
            <p:ph type="ftr" sz="quarter" idx="13"/>
          </p:nvPr>
        </p:nvSpPr>
        <p:spPr/>
        <p:txBody>
          <a:bodyPr/>
          <a:lstStyle/>
          <a:p>
            <a:endParaRPr lang="en-US" dirty="0"/>
          </a:p>
        </p:txBody>
      </p:sp>
      <p:sp>
        <p:nvSpPr>
          <p:cNvPr id="5" name="Date Placeholder 4">
            <a:extLst>
              <a:ext uri="{FF2B5EF4-FFF2-40B4-BE49-F238E27FC236}">
                <a16:creationId xmlns:a16="http://schemas.microsoft.com/office/drawing/2014/main" id="{86B36426-6EC5-4026-9861-2E3B511F9B35}"/>
              </a:ext>
            </a:extLst>
          </p:cNvPr>
          <p:cNvSpPr>
            <a:spLocks noGrp="1"/>
          </p:cNvSpPr>
          <p:nvPr>
            <p:ph type="dt" sz="half" idx="14"/>
          </p:nvPr>
        </p:nvSpPr>
        <p:spPr/>
        <p:txBody>
          <a:bodyPr/>
          <a:lstStyle/>
          <a:p>
            <a:fld id="{9CF93D67-5D82-4BC3-B7F6-06B738CB276D}" type="datetime1">
              <a:rPr lang="en-US" smtClean="0"/>
              <a:t>1/7/2020</a:t>
            </a:fld>
            <a:endParaRPr lang="en-US"/>
          </a:p>
        </p:txBody>
      </p:sp>
    </p:spTree>
    <p:extLst>
      <p:ext uri="{BB962C8B-B14F-4D97-AF65-F5344CB8AC3E}">
        <p14:creationId xmlns:p14="http://schemas.microsoft.com/office/powerpoint/2010/main" val="693124696"/>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pening slide_b">
    <p:spTree>
      <p:nvGrpSpPr>
        <p:cNvPr id="1" name=""/>
        <p:cNvGrpSpPr/>
        <p:nvPr/>
      </p:nvGrpSpPr>
      <p:grpSpPr>
        <a:xfrm>
          <a:off x="0" y="0"/>
          <a:ext cx="0" cy="0"/>
          <a:chOff x="0" y="0"/>
          <a:chExt cx="0" cy="0"/>
        </a:xfrm>
      </p:grpSpPr>
      <p:sp>
        <p:nvSpPr>
          <p:cNvPr id="9" name="Rectangle 8"/>
          <p:cNvSpPr/>
          <p:nvPr userDrawn="1"/>
        </p:nvSpPr>
        <p:spPr>
          <a:xfrm>
            <a:off x="0" y="7680960"/>
            <a:ext cx="14630400" cy="548640"/>
          </a:xfrm>
          <a:prstGeom prst="rect">
            <a:avLst/>
          </a:prstGeom>
          <a:solidFill>
            <a:srgbClr val="D7DF23"/>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8" name="Rectangle 7"/>
          <p:cNvSpPr/>
          <p:nvPr userDrawn="1"/>
        </p:nvSpPr>
        <p:spPr>
          <a:xfrm>
            <a:off x="0" y="0"/>
            <a:ext cx="14630400" cy="7680960"/>
          </a:xfrm>
          <a:prstGeom prst="rect">
            <a:avLst/>
          </a:prstGeom>
          <a:solidFill>
            <a:srgbClr val="0089CF"/>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4" name="Date Placeholder 3"/>
          <p:cNvSpPr>
            <a:spLocks noGrp="1"/>
          </p:cNvSpPr>
          <p:nvPr>
            <p:ph type="dt" sz="half" idx="10"/>
          </p:nvPr>
        </p:nvSpPr>
        <p:spPr>
          <a:xfrm>
            <a:off x="6705600" y="6949441"/>
            <a:ext cx="1219200" cy="293370"/>
          </a:xfrm>
        </p:spPr>
        <p:txBody>
          <a:bodyPr lIns="0" tIns="0" rIns="0" bIns="0" anchor="ctr" anchorCtr="0"/>
          <a:lstStyle>
            <a:lvl1pPr algn="ctr">
              <a:defRPr>
                <a:solidFill>
                  <a:schemeClr val="bg1"/>
                </a:solidFill>
              </a:defRPr>
            </a:lvl1pPr>
          </a:lstStyle>
          <a:p>
            <a:fld id="{10FB7B47-8E06-40EF-832D-915DD5DC5E8D}" type="datetime1">
              <a:rPr lang="en-US" smtClean="0"/>
              <a:t>1/7/2020</a:t>
            </a:fld>
            <a:endParaRPr lang="en-US" dirty="0"/>
          </a:p>
        </p:txBody>
      </p:sp>
      <p:sp>
        <p:nvSpPr>
          <p:cNvPr id="15" name="Text Placeholder 14"/>
          <p:cNvSpPr>
            <a:spLocks noGrp="1"/>
          </p:cNvSpPr>
          <p:nvPr>
            <p:ph type="body" sz="quarter" idx="13" hasCustomPrompt="1"/>
          </p:nvPr>
        </p:nvSpPr>
        <p:spPr>
          <a:xfrm>
            <a:off x="2560320" y="4389120"/>
            <a:ext cx="9509760" cy="1097280"/>
          </a:xfrm>
        </p:spPr>
        <p:txBody>
          <a:bodyPr lIns="0" tIns="0" rIns="0" bIns="0" anchor="ctr" anchorCtr="0">
            <a:normAutofit/>
          </a:bodyPr>
          <a:lstStyle>
            <a:lvl1pPr algn="ctr">
              <a:buNone/>
              <a:defRPr sz="3400">
                <a:solidFill>
                  <a:schemeClr val="bg1"/>
                </a:solidFill>
              </a:defRPr>
            </a:lvl1pPr>
            <a:lvl2pPr algn="ctr">
              <a:buNone/>
              <a:defRPr/>
            </a:lvl2pPr>
            <a:lvl3pPr algn="ctr">
              <a:buNone/>
              <a:defRPr/>
            </a:lvl3pPr>
            <a:lvl4pPr algn="ctr">
              <a:buNone/>
              <a:defRPr/>
            </a:lvl4pPr>
            <a:lvl5pPr algn="ctr">
              <a:buNone/>
              <a:defRPr/>
            </a:lvl5pPr>
          </a:lstStyle>
          <a:p>
            <a:pPr lvl="0"/>
            <a:r>
              <a:rPr lang="en-US" dirty="0"/>
              <a:t>Click to enter title of the presentation</a:t>
            </a:r>
          </a:p>
        </p:txBody>
      </p:sp>
      <p:pic>
        <p:nvPicPr>
          <p:cNvPr id="10" name="Picture 9"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09772" y="353734"/>
            <a:ext cx="5989384" cy="2743200"/>
          </a:xfrm>
          <a:prstGeom prst="rect">
            <a:avLst/>
          </a:prstGeom>
        </p:spPr>
      </p:pic>
    </p:spTree>
    <p:extLst>
      <p:ext uri="{BB962C8B-B14F-4D97-AF65-F5344CB8AC3E}">
        <p14:creationId xmlns:p14="http://schemas.microsoft.com/office/powerpoint/2010/main" val="15396348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picture or map">
    <p:spTree>
      <p:nvGrpSpPr>
        <p:cNvPr id="1" name=""/>
        <p:cNvGrpSpPr/>
        <p:nvPr/>
      </p:nvGrpSpPr>
      <p:grpSpPr>
        <a:xfrm>
          <a:off x="0" y="0"/>
          <a:ext cx="0" cy="0"/>
          <a:chOff x="0" y="0"/>
          <a:chExt cx="0" cy="0"/>
        </a:xfrm>
      </p:grpSpPr>
      <p:sp>
        <p:nvSpPr>
          <p:cNvPr id="10" name="Picture Placeholder 9"/>
          <p:cNvSpPr>
            <a:spLocks noGrp="1"/>
          </p:cNvSpPr>
          <p:nvPr>
            <p:ph type="pic" sz="quarter" idx="13" hasCustomPrompt="1"/>
          </p:nvPr>
        </p:nvSpPr>
        <p:spPr>
          <a:xfrm>
            <a:off x="548640" y="1108710"/>
            <a:ext cx="13431520" cy="6286500"/>
          </a:xfrm>
        </p:spPr>
        <p:txBody>
          <a:bodyPr>
            <a:normAutofit/>
          </a:bodyPr>
          <a:lstStyle>
            <a:lvl1pPr>
              <a:buNone/>
              <a:defRPr sz="2600"/>
            </a:lvl1pPr>
          </a:lstStyle>
          <a:p>
            <a:r>
              <a:rPr lang="en-US" dirty="0"/>
              <a:t>Click to place map / picture</a:t>
            </a:r>
          </a:p>
        </p:txBody>
      </p:sp>
      <p:sp>
        <p:nvSpPr>
          <p:cNvPr id="25" name="Rectangle 24"/>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14"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94B88678-60EA-4C48-8A7F-2428F74B3622}" type="datetime1">
              <a:rPr lang="en-US" smtClean="0"/>
              <a:t>1/7/2020</a:t>
            </a:fld>
            <a:endParaRPr lang="en-US" dirty="0"/>
          </a:p>
        </p:txBody>
      </p:sp>
      <p:sp>
        <p:nvSpPr>
          <p:cNvPr id="15"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16"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17" name="Straight Connector 16"/>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28" name="Rectangle 27"/>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29" name="Picture 28"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extLst>
      <p:ext uri="{BB962C8B-B14F-4D97-AF65-F5344CB8AC3E}">
        <p14:creationId xmlns:p14="http://schemas.microsoft.com/office/powerpoint/2010/main" val="4181405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12" name="Rectangle 11"/>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2" name="Title 1"/>
          <p:cNvSpPr>
            <a:spLocks noGrp="1"/>
          </p:cNvSpPr>
          <p:nvPr>
            <p:ph type="title" hasCustomPrompt="1"/>
          </p:nvPr>
        </p:nvSpPr>
        <p:spPr>
          <a:xfrm>
            <a:off x="365760" y="329566"/>
            <a:ext cx="13258800" cy="731520"/>
          </a:xfrm>
        </p:spPr>
        <p:txBody>
          <a:bodyPr lIns="0" tIns="0" rIns="0" bIns="0" anchor="t" anchorCtr="0">
            <a:noAutofit/>
          </a:bodyPr>
          <a:lstStyle>
            <a:lvl1pPr algn="l">
              <a:defRPr sz="3300">
                <a:solidFill>
                  <a:schemeClr val="tx2"/>
                </a:solidFill>
              </a:defRPr>
            </a:lvl1pPr>
          </a:lstStyle>
          <a:p>
            <a:r>
              <a:rPr lang="en-US" dirty="0"/>
              <a:t>Click to edit title</a:t>
            </a:r>
          </a:p>
        </p:txBody>
      </p:sp>
      <p:sp>
        <p:nvSpPr>
          <p:cNvPr id="4"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CE313178-E602-43CB-B682-9E7D78E6CBD7}" type="datetime1">
              <a:rPr lang="en-US" smtClean="0"/>
              <a:t>1/7/2020</a:t>
            </a:fld>
            <a:endParaRPr lang="en-US" dirty="0"/>
          </a:p>
        </p:txBody>
      </p:sp>
      <p:sp>
        <p:nvSpPr>
          <p:cNvPr id="5"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6"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7" name="Straight Connector 6"/>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16" name="Rectangle 15"/>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17" name="Picture 16"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365760" y="332844"/>
            <a:ext cx="13258800" cy="731520"/>
          </a:xfrm>
        </p:spPr>
        <p:txBody>
          <a:bodyPr lIns="0" tIns="0" rIns="0" bIns="0" anchor="t" anchorCtr="0">
            <a:noAutofit/>
          </a:bodyPr>
          <a:lstStyle>
            <a:lvl1pPr marL="0" indent="0">
              <a:spcBef>
                <a:spcPts val="0"/>
              </a:spcBef>
              <a:buNone/>
              <a:defRPr sz="3300">
                <a:solidFill>
                  <a:schemeClr val="tx2"/>
                </a:solidFill>
              </a:defRPr>
            </a:lvl1pPr>
            <a:lvl2pPr marL="653110" indent="0">
              <a:buNone/>
              <a:defRPr sz="2600">
                <a:solidFill>
                  <a:schemeClr val="tx1">
                    <a:tint val="75000"/>
                  </a:schemeClr>
                </a:solidFill>
              </a:defRPr>
            </a:lvl2pPr>
            <a:lvl3pPr marL="1306220" indent="0">
              <a:buNone/>
              <a:defRPr sz="2300">
                <a:solidFill>
                  <a:schemeClr val="tx1">
                    <a:tint val="75000"/>
                  </a:schemeClr>
                </a:solidFill>
              </a:defRPr>
            </a:lvl3pPr>
            <a:lvl4pPr marL="1959331" indent="0">
              <a:buNone/>
              <a:defRPr sz="2000">
                <a:solidFill>
                  <a:schemeClr val="tx1">
                    <a:tint val="75000"/>
                  </a:schemeClr>
                </a:solidFill>
              </a:defRPr>
            </a:lvl4pPr>
            <a:lvl5pPr marL="2612441" indent="0">
              <a:buNone/>
              <a:defRPr sz="2000">
                <a:solidFill>
                  <a:schemeClr val="tx1">
                    <a:tint val="75000"/>
                  </a:schemeClr>
                </a:solidFill>
              </a:defRPr>
            </a:lvl5pPr>
            <a:lvl6pPr marL="3265551" indent="0">
              <a:buNone/>
              <a:defRPr sz="2000">
                <a:solidFill>
                  <a:schemeClr val="tx1">
                    <a:tint val="75000"/>
                  </a:schemeClr>
                </a:solidFill>
              </a:defRPr>
            </a:lvl6pPr>
            <a:lvl7pPr marL="3918661" indent="0">
              <a:buNone/>
              <a:defRPr sz="2000">
                <a:solidFill>
                  <a:schemeClr val="tx1">
                    <a:tint val="75000"/>
                  </a:schemeClr>
                </a:solidFill>
              </a:defRPr>
            </a:lvl7pPr>
            <a:lvl8pPr marL="4571771" indent="0">
              <a:buNone/>
              <a:defRPr sz="2000">
                <a:solidFill>
                  <a:schemeClr val="tx1">
                    <a:tint val="75000"/>
                  </a:schemeClr>
                </a:solidFill>
              </a:defRPr>
            </a:lvl8pPr>
            <a:lvl9pPr marL="5224882" indent="0">
              <a:buNone/>
              <a:defRPr sz="2000">
                <a:solidFill>
                  <a:schemeClr val="tx1">
                    <a:tint val="75000"/>
                  </a:schemeClr>
                </a:solidFill>
              </a:defRPr>
            </a:lvl9pPr>
          </a:lstStyle>
          <a:p>
            <a:pPr lvl="0"/>
            <a:r>
              <a:rPr lang="en-US" dirty="0"/>
              <a:t>Click to edit the title</a:t>
            </a:r>
          </a:p>
        </p:txBody>
      </p:sp>
      <p:sp>
        <p:nvSpPr>
          <p:cNvPr id="12" name="Text Placeholder 11"/>
          <p:cNvSpPr>
            <a:spLocks noGrp="1"/>
          </p:cNvSpPr>
          <p:nvPr>
            <p:ph type="body" sz="quarter" idx="13" hasCustomPrompt="1"/>
          </p:nvPr>
        </p:nvSpPr>
        <p:spPr>
          <a:xfrm>
            <a:off x="365760" y="1209823"/>
            <a:ext cx="13637261" cy="6262732"/>
          </a:xfrm>
        </p:spPr>
        <p:txBody>
          <a:bodyPr lIns="0" tIns="0" rIns="0" bIns="0">
            <a:normAutofit/>
          </a:bodyPr>
          <a:lstStyle>
            <a:lvl1pPr marL="0" indent="0">
              <a:spcBef>
                <a:spcPts val="857"/>
              </a:spcBef>
              <a:buNone/>
              <a:defRPr sz="2400"/>
            </a:lvl1pPr>
            <a:lvl2pPr marL="0" indent="0">
              <a:spcBef>
                <a:spcPts val="857"/>
              </a:spcBef>
              <a:buNone/>
              <a:defRPr sz="2600"/>
            </a:lvl2pPr>
            <a:lvl3pPr marL="0" indent="0">
              <a:spcBef>
                <a:spcPts val="857"/>
              </a:spcBef>
              <a:buNone/>
              <a:defRPr sz="2600"/>
            </a:lvl3pPr>
            <a:lvl4pPr marL="0" indent="0">
              <a:spcBef>
                <a:spcPts val="857"/>
              </a:spcBef>
              <a:buNone/>
              <a:defRPr sz="2600"/>
            </a:lvl4pPr>
            <a:lvl5pPr marL="0" indent="0">
              <a:spcBef>
                <a:spcPts val="857"/>
              </a:spcBef>
              <a:buNone/>
              <a:defRPr sz="2600"/>
            </a:lvl5pPr>
          </a:lstStyle>
          <a:p>
            <a:pPr lvl="0"/>
            <a:r>
              <a:rPr lang="en-US" dirty="0"/>
              <a:t> </a:t>
            </a:r>
          </a:p>
        </p:txBody>
      </p:sp>
      <p:sp>
        <p:nvSpPr>
          <p:cNvPr id="21" name="Rectangle 20"/>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p:cNvSpPr>
            <a:spLocks noGrp="1"/>
          </p:cNvSpPr>
          <p:nvPr>
            <p:ph type="body" sz="quarter" idx="14" hasCustomPrompt="1"/>
          </p:nvPr>
        </p:nvSpPr>
        <p:spPr>
          <a:xfrm>
            <a:off x="381023" y="1206467"/>
            <a:ext cx="11128040" cy="914400"/>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22"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D4CB9ACA-825E-4DF1-83D0-9E8044D4B20B}" type="datetime1">
              <a:rPr lang="en-US" smtClean="0"/>
              <a:t>1/7/2020</a:t>
            </a:fld>
            <a:endParaRPr lang="en-US" dirty="0"/>
          </a:p>
        </p:txBody>
      </p:sp>
      <p:sp>
        <p:nvSpPr>
          <p:cNvPr id="23"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24"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25" name="Straight Connector 24"/>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29" name="Rectangle 28"/>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30" name="Picture 29"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365760" y="332844"/>
            <a:ext cx="13258800" cy="731520"/>
          </a:xfrm>
        </p:spPr>
        <p:txBody>
          <a:bodyPr lIns="0" tIns="0" rIns="0" bIns="0" anchor="t" anchorCtr="0">
            <a:noAutofit/>
          </a:bodyPr>
          <a:lstStyle>
            <a:lvl1pPr marL="0" indent="0">
              <a:spcBef>
                <a:spcPts val="0"/>
              </a:spcBef>
              <a:buNone/>
              <a:defRPr sz="3300">
                <a:solidFill>
                  <a:schemeClr val="tx2"/>
                </a:solidFill>
              </a:defRPr>
            </a:lvl1pPr>
            <a:lvl2pPr marL="653110" indent="0">
              <a:buNone/>
              <a:defRPr sz="2600">
                <a:solidFill>
                  <a:schemeClr val="tx1">
                    <a:tint val="75000"/>
                  </a:schemeClr>
                </a:solidFill>
              </a:defRPr>
            </a:lvl2pPr>
            <a:lvl3pPr marL="1306220" indent="0">
              <a:buNone/>
              <a:defRPr sz="2300">
                <a:solidFill>
                  <a:schemeClr val="tx1">
                    <a:tint val="75000"/>
                  </a:schemeClr>
                </a:solidFill>
              </a:defRPr>
            </a:lvl3pPr>
            <a:lvl4pPr marL="1959331" indent="0">
              <a:buNone/>
              <a:defRPr sz="2000">
                <a:solidFill>
                  <a:schemeClr val="tx1">
                    <a:tint val="75000"/>
                  </a:schemeClr>
                </a:solidFill>
              </a:defRPr>
            </a:lvl4pPr>
            <a:lvl5pPr marL="2612441" indent="0">
              <a:buNone/>
              <a:defRPr sz="2000">
                <a:solidFill>
                  <a:schemeClr val="tx1">
                    <a:tint val="75000"/>
                  </a:schemeClr>
                </a:solidFill>
              </a:defRPr>
            </a:lvl5pPr>
            <a:lvl6pPr marL="3265551" indent="0">
              <a:buNone/>
              <a:defRPr sz="2000">
                <a:solidFill>
                  <a:schemeClr val="tx1">
                    <a:tint val="75000"/>
                  </a:schemeClr>
                </a:solidFill>
              </a:defRPr>
            </a:lvl6pPr>
            <a:lvl7pPr marL="3918661" indent="0">
              <a:buNone/>
              <a:defRPr sz="2000">
                <a:solidFill>
                  <a:schemeClr val="tx1">
                    <a:tint val="75000"/>
                  </a:schemeClr>
                </a:solidFill>
              </a:defRPr>
            </a:lvl7pPr>
            <a:lvl8pPr marL="4571771" indent="0">
              <a:buNone/>
              <a:defRPr sz="2000">
                <a:solidFill>
                  <a:schemeClr val="tx1">
                    <a:tint val="75000"/>
                  </a:schemeClr>
                </a:solidFill>
              </a:defRPr>
            </a:lvl8pPr>
            <a:lvl9pPr marL="5224882" indent="0">
              <a:buNone/>
              <a:defRPr sz="2000">
                <a:solidFill>
                  <a:schemeClr val="tx1">
                    <a:tint val="75000"/>
                  </a:schemeClr>
                </a:solidFill>
              </a:defRPr>
            </a:lvl9pPr>
          </a:lstStyle>
          <a:p>
            <a:pPr lvl="0"/>
            <a:r>
              <a:rPr lang="en-US" dirty="0"/>
              <a:t>Click to edit the title</a:t>
            </a:r>
          </a:p>
        </p:txBody>
      </p:sp>
      <p:sp>
        <p:nvSpPr>
          <p:cNvPr id="12" name="Text Placeholder 11"/>
          <p:cNvSpPr>
            <a:spLocks noGrp="1"/>
          </p:cNvSpPr>
          <p:nvPr>
            <p:ph type="body" sz="quarter" idx="13" hasCustomPrompt="1"/>
          </p:nvPr>
        </p:nvSpPr>
        <p:spPr>
          <a:xfrm>
            <a:off x="365760" y="1209822"/>
            <a:ext cx="6803136" cy="6262732"/>
          </a:xfrm>
        </p:spPr>
        <p:txBody>
          <a:bodyPr lIns="0" tIns="0" rIns="0" bIns="0">
            <a:normAutofit/>
          </a:bodyPr>
          <a:lstStyle>
            <a:lvl1pPr marL="0" indent="0">
              <a:spcBef>
                <a:spcPts val="857"/>
              </a:spcBef>
              <a:buFont typeface="Arial"/>
              <a:buChar char="•"/>
              <a:defRPr sz="2000"/>
            </a:lvl1pPr>
            <a:lvl2pPr marL="0" indent="0">
              <a:spcBef>
                <a:spcPts val="857"/>
              </a:spcBef>
              <a:buNone/>
              <a:defRPr sz="2600"/>
            </a:lvl2pPr>
            <a:lvl3pPr marL="0" indent="0">
              <a:spcBef>
                <a:spcPts val="857"/>
              </a:spcBef>
              <a:buNone/>
              <a:defRPr sz="2600"/>
            </a:lvl3pPr>
            <a:lvl4pPr marL="0" indent="0">
              <a:spcBef>
                <a:spcPts val="857"/>
              </a:spcBef>
              <a:buNone/>
              <a:defRPr sz="2600"/>
            </a:lvl4pPr>
            <a:lvl5pPr marL="0" indent="0">
              <a:spcBef>
                <a:spcPts val="857"/>
              </a:spcBef>
              <a:buNone/>
              <a:defRPr sz="2600"/>
            </a:lvl5pPr>
          </a:lstStyle>
          <a:p>
            <a:pPr lvl="0"/>
            <a:r>
              <a:rPr lang="en-US" dirty="0"/>
              <a:t>Click to edit the body text</a:t>
            </a:r>
          </a:p>
        </p:txBody>
      </p:sp>
      <p:sp>
        <p:nvSpPr>
          <p:cNvPr id="10" name="Chart Placeholder 9"/>
          <p:cNvSpPr>
            <a:spLocks noGrp="1"/>
          </p:cNvSpPr>
          <p:nvPr>
            <p:ph type="chart" sz="quarter" idx="14" hasCustomPrompt="1"/>
          </p:nvPr>
        </p:nvSpPr>
        <p:spPr>
          <a:xfrm>
            <a:off x="7498080" y="1223889"/>
            <a:ext cx="6591302" cy="6270382"/>
          </a:xfrm>
        </p:spPr>
        <p:txBody>
          <a:bodyPr lIns="0" tIns="0" rIns="0" bIns="0">
            <a:normAutofit/>
          </a:bodyPr>
          <a:lstStyle>
            <a:lvl1pPr>
              <a:buFontTx/>
              <a:buNone/>
              <a:defRPr sz="2600"/>
            </a:lvl1pPr>
          </a:lstStyle>
          <a:p>
            <a:r>
              <a:rPr lang="en-US" dirty="0"/>
              <a:t>Click to place a chart</a:t>
            </a:r>
          </a:p>
        </p:txBody>
      </p:sp>
      <p:sp>
        <p:nvSpPr>
          <p:cNvPr id="27" name="Rectangle 26"/>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16"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79762DF8-F94F-4123-8F13-C6BAFD004CA3}" type="datetime1">
              <a:rPr lang="en-US" smtClean="0"/>
              <a:t>1/7/2020</a:t>
            </a:fld>
            <a:endParaRPr lang="en-US" dirty="0"/>
          </a:p>
        </p:txBody>
      </p:sp>
      <p:sp>
        <p:nvSpPr>
          <p:cNvPr id="17"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18"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19" name="Straight Connector 18"/>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30" name="Rectangle 29"/>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31" name="Picture 30"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perator slide">
    <p:spTree>
      <p:nvGrpSpPr>
        <p:cNvPr id="1" name=""/>
        <p:cNvGrpSpPr/>
        <p:nvPr/>
      </p:nvGrpSpPr>
      <p:grpSpPr>
        <a:xfrm>
          <a:off x="0" y="0"/>
          <a:ext cx="0" cy="0"/>
          <a:chOff x="0" y="0"/>
          <a:chExt cx="0" cy="0"/>
        </a:xfrm>
      </p:grpSpPr>
      <p:cxnSp>
        <p:nvCxnSpPr>
          <p:cNvPr id="19" name="Straight Connector 18"/>
          <p:cNvCxnSpPr/>
          <p:nvPr userDrawn="1"/>
        </p:nvCxnSpPr>
        <p:spPr>
          <a:xfrm rot="5400000">
            <a:off x="623570" y="7954010"/>
            <a:ext cx="274320" cy="25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a:off x="1551940" y="7954010"/>
            <a:ext cx="274320" cy="25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Picture 20"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32523" y="7680960"/>
            <a:ext cx="1197877" cy="548640"/>
          </a:xfrm>
          <a:prstGeom prst="rect">
            <a:avLst/>
          </a:prstGeom>
        </p:spPr>
      </p:pic>
      <p:cxnSp>
        <p:nvCxnSpPr>
          <p:cNvPr id="22" name="Straight Connector 21"/>
          <p:cNvCxnSpPr/>
          <p:nvPr userDrawn="1"/>
        </p:nvCxnSpPr>
        <p:spPr>
          <a:xfrm rot="5400000">
            <a:off x="3439160" y="7954010"/>
            <a:ext cx="274320" cy="25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egoe UI" pitchFamily="34" charset="0"/>
                <a:ea typeface="+mn-ea"/>
                <a:cs typeface="Segoe UI" pitchFamily="34" charset="0"/>
              </a:rPr>
              <a:t>© KPIT Technologies Limited</a:t>
            </a:r>
          </a:p>
        </p:txBody>
      </p:sp>
      <p:sp>
        <p:nvSpPr>
          <p:cNvPr id="4" name="Date Placeholder 3"/>
          <p:cNvSpPr>
            <a:spLocks noGrp="1"/>
          </p:cNvSpPr>
          <p:nvPr>
            <p:ph type="dt" sz="half" idx="10"/>
          </p:nvPr>
        </p:nvSpPr>
        <p:spPr>
          <a:xfrm>
            <a:off x="914400" y="7818120"/>
            <a:ext cx="731520" cy="274320"/>
          </a:xfrm>
        </p:spPr>
        <p:txBody>
          <a:bodyPr/>
          <a:lstStyle>
            <a:lvl1pPr>
              <a:defRPr sz="1000"/>
            </a:lvl1pPr>
          </a:lstStyle>
          <a:p>
            <a:fld id="{F99B29E6-FCF6-4534-88A4-A7BE6F0F9E73}" type="datetime1">
              <a:rPr lang="en-US" smtClean="0"/>
              <a:t>1/7/2020</a:t>
            </a:fld>
            <a:endParaRPr lang="en-US"/>
          </a:p>
        </p:txBody>
      </p:sp>
      <p:sp>
        <p:nvSpPr>
          <p:cNvPr id="5" name="Footer Placeholder 4"/>
          <p:cNvSpPr>
            <a:spLocks noGrp="1"/>
          </p:cNvSpPr>
          <p:nvPr>
            <p:ph type="ftr" sz="quarter" idx="11"/>
          </p:nvPr>
        </p:nvSpPr>
        <p:spPr>
          <a:xfrm>
            <a:off x="3749040" y="7818120"/>
            <a:ext cx="9509760" cy="274320"/>
          </a:xfrm>
        </p:spPr>
        <p:txBody>
          <a:bodyPr/>
          <a:lstStyle>
            <a:lvl1pPr>
              <a:defRPr sz="1000"/>
            </a:lvl1pPr>
          </a:lstStyle>
          <a:p>
            <a:endParaRPr lang="en-US" dirty="0"/>
          </a:p>
        </p:txBody>
      </p:sp>
      <p:sp>
        <p:nvSpPr>
          <p:cNvPr id="6" name="Slide Number Placeholder 5"/>
          <p:cNvSpPr>
            <a:spLocks noGrp="1"/>
          </p:cNvSpPr>
          <p:nvPr>
            <p:ph type="sldNum" sz="quarter" idx="12"/>
          </p:nvPr>
        </p:nvSpPr>
        <p:spPr>
          <a:xfrm>
            <a:off x="365760" y="7818120"/>
            <a:ext cx="365760" cy="274320"/>
          </a:xfrm>
        </p:spPr>
        <p:txBody>
          <a:bodyPr/>
          <a:lstStyle>
            <a:lvl1pPr>
              <a:defRPr sz="1000"/>
            </a:lvl1pPr>
          </a:lstStyle>
          <a:p>
            <a:fld id="{19A725F3-83D0-4529-A15C-9D644B8C51E0}" type="slidenum">
              <a:rPr lang="en-US" smtClean="0"/>
              <a:pPr/>
              <a:t>‹#›</a:t>
            </a:fld>
            <a:endParaRPr lang="en-US"/>
          </a:p>
        </p:txBody>
      </p:sp>
      <p:sp>
        <p:nvSpPr>
          <p:cNvPr id="15" name="Rectangle 14"/>
          <p:cNvSpPr/>
          <p:nvPr userDrawn="1"/>
        </p:nvSpPr>
        <p:spPr>
          <a:xfrm>
            <a:off x="0" y="2560320"/>
            <a:ext cx="14630400" cy="2350631"/>
          </a:xfrm>
          <a:prstGeom prst="rect">
            <a:avLst/>
          </a:prstGeom>
          <a:solidFill>
            <a:srgbClr val="0089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0" y="4946250"/>
            <a:ext cx="14630400" cy="548640"/>
          </a:xfrm>
          <a:prstGeom prst="rect">
            <a:avLst/>
          </a:prstGeom>
          <a:solidFill>
            <a:srgbClr val="D7DF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p:cNvSpPr>
            <a:spLocks noGrp="1"/>
          </p:cNvSpPr>
          <p:nvPr userDrawn="1">
            <p:ph type="body" sz="quarter" idx="13" hasCustomPrompt="1"/>
          </p:nvPr>
        </p:nvSpPr>
        <p:spPr>
          <a:xfrm>
            <a:off x="3131110" y="2841674"/>
            <a:ext cx="8229600" cy="1828800"/>
          </a:xfrm>
        </p:spPr>
        <p:txBody>
          <a:bodyPr lIns="0" tIns="0" rIns="0" bIns="0" anchor="b" anchorCtr="0">
            <a:normAutofit/>
          </a:bodyPr>
          <a:lstStyle>
            <a:lvl1pPr marL="0" indent="0" algn="ctr">
              <a:buNone/>
              <a:defRPr sz="3400">
                <a:solidFill>
                  <a:schemeClr val="bg1"/>
                </a:solidFill>
              </a:defRPr>
            </a:lvl1pPr>
          </a:lstStyle>
          <a:p>
            <a:pPr lvl="0"/>
            <a:r>
              <a:rPr lang="en-US" dirty="0"/>
              <a:t>Click to enter section title</a:t>
            </a:r>
          </a:p>
        </p:txBody>
      </p:sp>
      <p:sp>
        <p:nvSpPr>
          <p:cNvPr id="25" name="Text Placeholder 24"/>
          <p:cNvSpPr>
            <a:spLocks noGrp="1"/>
          </p:cNvSpPr>
          <p:nvPr userDrawn="1">
            <p:ph type="body" sz="quarter" idx="14" hasCustomPrompt="1"/>
          </p:nvPr>
        </p:nvSpPr>
        <p:spPr>
          <a:xfrm>
            <a:off x="4564856" y="5036234"/>
            <a:ext cx="5500687" cy="393895"/>
          </a:xfrm>
        </p:spPr>
        <p:txBody>
          <a:bodyPr lIns="91440" tIns="0" rIns="91440" bIns="0">
            <a:normAutofit/>
          </a:bodyPr>
          <a:lstStyle>
            <a:lvl1pPr marL="0" indent="0" algn="ctr">
              <a:spcBef>
                <a:spcPts val="0"/>
              </a:spcBef>
              <a:buNone/>
              <a:defRPr sz="20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dirty="0"/>
              <a:t>Subtitle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17" name="Rectangle 16"/>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19"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D324C3FC-C977-49DA-AB39-0E7C3DBF137D}" type="datetime1">
              <a:rPr lang="en-US" smtClean="0"/>
              <a:t>1/7/2020</a:t>
            </a:fld>
            <a:endParaRPr lang="en-US" dirty="0"/>
          </a:p>
        </p:txBody>
      </p:sp>
      <p:sp>
        <p:nvSpPr>
          <p:cNvPr id="20"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21"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22" name="Straight Connector 21"/>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26" name="Rectangle 25"/>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27" name="Picture 26"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644951" y="607124"/>
            <a:ext cx="13340500" cy="683264"/>
          </a:xfrm>
          <a:prstGeom prst="rect">
            <a:avLst/>
          </a:prstGeom>
        </p:spPr>
        <p:txBody>
          <a:bodyPr vert="horz" wrap="square" lIns="91440" tIns="45720" rIns="91440" bIns="45720" rtlCol="0" anchor="t" anchorCtr="0">
            <a:spAutoFit/>
          </a:bodyPr>
          <a:lstStyle/>
          <a:p>
            <a:r>
              <a:rPr lang="en-US"/>
              <a:t>Click to edit Master title style</a:t>
            </a:r>
            <a:endParaRPr lang="en-US" dirty="0"/>
          </a:p>
        </p:txBody>
      </p:sp>
      <p:sp>
        <p:nvSpPr>
          <p:cNvPr id="4" name="Slide Number Placeholder 3"/>
          <p:cNvSpPr>
            <a:spLocks noGrp="1"/>
          </p:cNvSpPr>
          <p:nvPr>
            <p:ph type="sldNum" sz="quarter" idx="4"/>
          </p:nvPr>
        </p:nvSpPr>
        <p:spPr>
          <a:xfrm>
            <a:off x="13427585" y="7593088"/>
            <a:ext cx="557866" cy="285671"/>
          </a:xfrm>
          <a:prstGeom prst="rect">
            <a:avLst/>
          </a:prstGeom>
        </p:spPr>
        <p:txBody>
          <a:bodyPr vert="horz" lIns="91440" tIns="45720" rIns="91440" bIns="45720" rtlCol="0" anchor="ctr"/>
          <a:lstStyle>
            <a:lvl1pPr algn="r">
              <a:defRPr sz="1200">
                <a:solidFill>
                  <a:schemeClr val="accent5"/>
                </a:solidFill>
                <a:latin typeface="Work Sans" panose="00000500000000000000" pitchFamily="2" charset="0"/>
              </a:defRPr>
            </a:lvl1pPr>
          </a:lstStyle>
          <a:p>
            <a:fld id="{19A725F3-83D0-4529-A15C-9D644B8C51E0}" type="slidenum">
              <a:rPr lang="en-US" smtClean="0"/>
              <a:pPr/>
              <a:t>‹#›</a:t>
            </a:fld>
            <a:endParaRPr lang="en-US"/>
          </a:p>
        </p:txBody>
      </p:sp>
      <p:cxnSp>
        <p:nvCxnSpPr>
          <p:cNvPr id="6" name="Straight Connector 5"/>
          <p:cNvCxnSpPr>
            <a:cxnSpLocks/>
          </p:cNvCxnSpPr>
          <p:nvPr/>
        </p:nvCxnSpPr>
        <p:spPr>
          <a:xfrm>
            <a:off x="746761" y="7468001"/>
            <a:ext cx="1311783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Footer Placeholder 6"/>
          <p:cNvSpPr>
            <a:spLocks noGrp="1"/>
          </p:cNvSpPr>
          <p:nvPr>
            <p:ph type="ftr" sz="quarter" idx="3"/>
          </p:nvPr>
        </p:nvSpPr>
        <p:spPr>
          <a:xfrm>
            <a:off x="3383280" y="7588457"/>
            <a:ext cx="8631938" cy="294931"/>
          </a:xfrm>
          <a:prstGeom prst="rect">
            <a:avLst/>
          </a:prstGeom>
          <a:noFill/>
          <a:ln w="0">
            <a:noFill/>
          </a:ln>
        </p:spPr>
        <p:txBody>
          <a:bodyPr vert="horz" lIns="91440" tIns="45720" rIns="91440" bIns="45720" rtlCol="0" anchor="ctr"/>
          <a:lstStyle>
            <a:lvl1pPr algn="r">
              <a:defRPr sz="1200">
                <a:solidFill>
                  <a:schemeClr val="tx1">
                    <a:lumMod val="50000"/>
                    <a:lumOff val="50000"/>
                  </a:schemeClr>
                </a:solidFill>
                <a:latin typeface="Work Sans" panose="00000500000000000000" pitchFamily="2" charset="0"/>
              </a:defRPr>
            </a:lvl1pPr>
          </a:lstStyle>
          <a:p>
            <a:endParaRPr lang="en-US" dirty="0"/>
          </a:p>
        </p:txBody>
      </p:sp>
      <p:sp>
        <p:nvSpPr>
          <p:cNvPr id="8" name="Text Placeholder 2">
            <a:extLst>
              <a:ext uri="{FF2B5EF4-FFF2-40B4-BE49-F238E27FC236}">
                <a16:creationId xmlns:a16="http://schemas.microsoft.com/office/drawing/2014/main" id="{97D543A4-DB23-4DCA-833E-17026CDF0F3F}"/>
              </a:ext>
            </a:extLst>
          </p:cNvPr>
          <p:cNvSpPr>
            <a:spLocks noGrp="1"/>
          </p:cNvSpPr>
          <p:nvPr>
            <p:ph type="body" idx="1"/>
          </p:nvPr>
        </p:nvSpPr>
        <p:spPr>
          <a:xfrm>
            <a:off x="641268" y="1653047"/>
            <a:ext cx="13366865" cy="561465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CF716FE4-ACCB-44AB-A7B9-4C13936B52C0}"/>
              </a:ext>
            </a:extLst>
          </p:cNvPr>
          <p:cNvSpPr>
            <a:spLocks noGrp="1"/>
          </p:cNvSpPr>
          <p:nvPr>
            <p:ph type="dt" sz="half" idx="2"/>
          </p:nvPr>
        </p:nvSpPr>
        <p:spPr>
          <a:xfrm flipH="1">
            <a:off x="12260580" y="7593093"/>
            <a:ext cx="1039368" cy="285661"/>
          </a:xfrm>
          <a:prstGeom prst="rect">
            <a:avLst/>
          </a:prstGeom>
        </p:spPr>
        <p:txBody>
          <a:bodyPr vert="horz" lIns="91440" tIns="45720" rIns="91440" bIns="45720" rtlCol="0" anchor="ctr"/>
          <a:lstStyle>
            <a:lvl1pPr algn="r">
              <a:defRPr sz="1200">
                <a:solidFill>
                  <a:schemeClr val="tx1">
                    <a:lumMod val="50000"/>
                    <a:lumOff val="50000"/>
                  </a:schemeClr>
                </a:solidFill>
                <a:latin typeface="Work Sans" panose="00000500000000000000" pitchFamily="2" charset="0"/>
              </a:defRPr>
            </a:lvl1pPr>
          </a:lstStyle>
          <a:p>
            <a:fld id="{9CF93D67-5D82-4BC3-B7F6-06B738CB276D}" type="datetime1">
              <a:rPr lang="en-US" smtClean="0"/>
              <a:t>1/7/2020</a:t>
            </a:fld>
            <a:endParaRPr lang="en-US"/>
          </a:p>
        </p:txBody>
      </p:sp>
      <p:pic>
        <p:nvPicPr>
          <p:cNvPr id="12" name="Picture 11">
            <a:extLst>
              <a:ext uri="{FF2B5EF4-FFF2-40B4-BE49-F238E27FC236}">
                <a16:creationId xmlns:a16="http://schemas.microsoft.com/office/drawing/2014/main" id="{8E64D412-F064-400C-8012-40BEB9578E7A}"/>
              </a:ext>
            </a:extLst>
          </p:cNvPr>
          <p:cNvPicPr>
            <a:picLocks noChangeAspect="1"/>
          </p:cNvPicPr>
          <p:nvPr/>
        </p:nvPicPr>
        <p:blipFill>
          <a:blip r:embed="rId24" cstate="email">
            <a:extLst>
              <a:ext uri="{28A0092B-C50C-407E-A947-70E740481C1C}">
                <a14:useLocalDpi xmlns:a14="http://schemas.microsoft.com/office/drawing/2010/main" val="0"/>
              </a:ext>
            </a:extLst>
          </a:blip>
          <a:stretch>
            <a:fillRect/>
          </a:stretch>
        </p:blipFill>
        <p:spPr>
          <a:xfrm>
            <a:off x="763908" y="7615428"/>
            <a:ext cx="914324" cy="263326"/>
          </a:xfrm>
          <a:prstGeom prst="rect">
            <a:avLst/>
          </a:prstGeom>
        </p:spPr>
      </p:pic>
    </p:spTree>
    <p:extLst>
      <p:ext uri="{BB962C8B-B14F-4D97-AF65-F5344CB8AC3E}">
        <p14:creationId xmlns:p14="http://schemas.microsoft.com/office/powerpoint/2010/main" val="275329570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7" r:id="rId17"/>
    <p:sldLayoutId id="2147483650" r:id="rId18"/>
    <p:sldLayoutId id="2147483651" r:id="rId19"/>
    <p:sldLayoutId id="2147483662" r:id="rId20"/>
    <p:sldLayoutId id="2147483663" r:id="rId21"/>
    <p:sldLayoutId id="2147483661" r:id="rId22"/>
  </p:sldLayoutIdLst>
  <p:hf hdr="0" ftr="0"/>
  <p:txStyles>
    <p:titleStyle>
      <a:lvl1pPr algn="l" defTabSz="1097280" rtl="0" eaLnBrk="1" latinLnBrk="0" hangingPunct="1">
        <a:lnSpc>
          <a:spcPct val="100000"/>
        </a:lnSpc>
        <a:spcBef>
          <a:spcPct val="0"/>
        </a:spcBef>
        <a:buNone/>
        <a:defRPr sz="3840" kern="1200" spc="-24" baseline="0">
          <a:solidFill>
            <a:schemeClr val="tx2"/>
          </a:solidFill>
          <a:latin typeface="+mj-lt"/>
          <a:ea typeface="+mj-ea"/>
          <a:cs typeface="+mj-cs"/>
        </a:defRPr>
      </a:lvl1pPr>
    </p:titleStyle>
    <p:bodyStyle>
      <a:lvl1pPr marL="320040" indent="-320040" algn="l" defTabSz="1097280" rtl="0" eaLnBrk="1" latinLnBrk="0" hangingPunct="1">
        <a:lnSpc>
          <a:spcPct val="117000"/>
        </a:lnSpc>
        <a:spcBef>
          <a:spcPts val="0"/>
        </a:spcBef>
        <a:spcAft>
          <a:spcPts val="720"/>
        </a:spcAft>
        <a:buClr>
          <a:schemeClr val="tx1"/>
        </a:buClr>
        <a:buSzPct val="100000"/>
        <a:buFont typeface="Work Sans" panose="020B0604020202020204" pitchFamily="34" charset="0"/>
        <a:buChar char="•"/>
        <a:defRPr sz="2160" kern="1200">
          <a:solidFill>
            <a:schemeClr val="tx1"/>
          </a:solidFill>
          <a:latin typeface="+mn-lt"/>
          <a:ea typeface="+mn-ea"/>
          <a:cs typeface="+mn-cs"/>
        </a:defRPr>
      </a:lvl1pPr>
      <a:lvl2pPr marL="541020" indent="-220980" algn="l" defTabSz="1097280" rtl="0" eaLnBrk="1" latinLnBrk="0" hangingPunct="1">
        <a:lnSpc>
          <a:spcPct val="117000"/>
        </a:lnSpc>
        <a:spcBef>
          <a:spcPts val="0"/>
        </a:spcBef>
        <a:spcAft>
          <a:spcPts val="720"/>
        </a:spcAft>
        <a:buClr>
          <a:schemeClr val="tx1"/>
        </a:buClr>
        <a:buSzPct val="100000"/>
        <a:buFont typeface="Work Sans" panose="020B0604020202020204" pitchFamily="34" charset="0"/>
        <a:buChar char="•"/>
        <a:defRPr sz="2160" kern="1200">
          <a:solidFill>
            <a:schemeClr val="tx1"/>
          </a:solidFill>
          <a:latin typeface="+mn-lt"/>
          <a:ea typeface="+mn-ea"/>
          <a:cs typeface="+mn-cs"/>
        </a:defRPr>
      </a:lvl2pPr>
      <a:lvl3pPr marL="1371600" indent="-274320" algn="l" defTabSz="1097280" rtl="0" eaLnBrk="1" latinLnBrk="0" hangingPunct="1">
        <a:lnSpc>
          <a:spcPct val="90000"/>
        </a:lnSpc>
        <a:spcBef>
          <a:spcPts val="0"/>
        </a:spcBef>
        <a:spcAft>
          <a:spcPts val="720"/>
        </a:spcAft>
        <a:buClr>
          <a:schemeClr val="tx1"/>
        </a:buClr>
        <a:buFont typeface="Work Sans" panose="020B0604020202020204" pitchFamily="34" charset="0"/>
        <a:buChar char="•"/>
        <a:defRPr sz="2160" kern="1200">
          <a:solidFill>
            <a:schemeClr val="tx1"/>
          </a:solidFill>
          <a:latin typeface="+mn-lt"/>
          <a:ea typeface="+mn-ea"/>
          <a:cs typeface="+mn-cs"/>
        </a:defRPr>
      </a:lvl3pPr>
      <a:lvl4pPr marL="1920240" indent="-274320" algn="l" defTabSz="1097280" rtl="0" eaLnBrk="1" latinLnBrk="0" hangingPunct="1">
        <a:lnSpc>
          <a:spcPct val="90000"/>
        </a:lnSpc>
        <a:spcBef>
          <a:spcPts val="0"/>
        </a:spcBef>
        <a:spcAft>
          <a:spcPts val="720"/>
        </a:spcAft>
        <a:buClr>
          <a:schemeClr val="tx1"/>
        </a:buClr>
        <a:buFont typeface="Work Sans"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0"/>
        </a:spcBef>
        <a:spcAft>
          <a:spcPts val="720"/>
        </a:spcAft>
        <a:buClr>
          <a:schemeClr val="tx1"/>
        </a:buClr>
        <a:buFont typeface="Work Sans"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Work Sans"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Work Sans"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Work Sans"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Work Sans"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10.w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6225EF6-DC01-4BC5-B049-385954BBF387}"/>
              </a:ext>
            </a:extLst>
          </p:cNvPr>
          <p:cNvSpPr>
            <a:spLocks noGrp="1"/>
          </p:cNvSpPr>
          <p:nvPr>
            <p:ph type="body" sz="quarter" idx="16"/>
          </p:nvPr>
        </p:nvSpPr>
        <p:spPr>
          <a:xfrm>
            <a:off x="592531" y="2212250"/>
            <a:ext cx="2151533" cy="433251"/>
          </a:xfrm>
        </p:spPr>
        <p:txBody>
          <a:bodyPr/>
          <a:lstStyle/>
          <a:p>
            <a:r>
              <a:rPr lang="en-US" dirty="0"/>
              <a:t>DD-MM-YY</a:t>
            </a:r>
          </a:p>
        </p:txBody>
      </p:sp>
      <p:sp>
        <p:nvSpPr>
          <p:cNvPr id="8" name="Text Placeholder 7">
            <a:extLst>
              <a:ext uri="{FF2B5EF4-FFF2-40B4-BE49-F238E27FC236}">
                <a16:creationId xmlns:a16="http://schemas.microsoft.com/office/drawing/2014/main" id="{0F6F5B1E-7C48-4B93-A6EF-8F8BC260C5E8}"/>
              </a:ext>
            </a:extLst>
          </p:cNvPr>
          <p:cNvSpPr>
            <a:spLocks noGrp="1"/>
          </p:cNvSpPr>
          <p:nvPr>
            <p:ph type="body" sz="quarter" idx="23"/>
          </p:nvPr>
        </p:nvSpPr>
        <p:spPr/>
        <p:txBody>
          <a:bodyPr>
            <a:normAutofit/>
          </a:bodyPr>
          <a:lstStyle/>
          <a:p>
            <a:r>
              <a:rPr lang="en-US" dirty="0"/>
              <a:t>PEG, KPIT Technologies</a:t>
            </a:r>
          </a:p>
        </p:txBody>
      </p:sp>
      <p:sp>
        <p:nvSpPr>
          <p:cNvPr id="6" name="Title 5">
            <a:extLst>
              <a:ext uri="{FF2B5EF4-FFF2-40B4-BE49-F238E27FC236}">
                <a16:creationId xmlns:a16="http://schemas.microsoft.com/office/drawing/2014/main" id="{D4BA096F-F4F5-4892-86C3-4572CAA77D60}"/>
              </a:ext>
            </a:extLst>
          </p:cNvPr>
          <p:cNvSpPr>
            <a:spLocks noGrp="1"/>
          </p:cNvSpPr>
          <p:nvPr>
            <p:ph type="title"/>
          </p:nvPr>
        </p:nvSpPr>
        <p:spPr>
          <a:xfrm>
            <a:off x="592531" y="2877437"/>
            <a:ext cx="8395682" cy="2185214"/>
          </a:xfrm>
        </p:spPr>
        <p:txBody>
          <a:bodyPr/>
          <a:lstStyle/>
          <a:p>
            <a:r>
              <a:rPr lang="en-US" sz="4000" dirty="0"/>
              <a:t>Basic Software Development </a:t>
            </a:r>
            <a:br>
              <a:rPr lang="en-US" sz="4000" dirty="0"/>
            </a:br>
            <a:r>
              <a:rPr lang="en-US" sz="4000" dirty="0"/>
              <a:t>Process Methodology</a:t>
            </a:r>
            <a:br>
              <a:rPr lang="en-US" sz="4000" dirty="0"/>
            </a:br>
            <a:br>
              <a:rPr lang="en-US" sz="2800" dirty="0"/>
            </a:br>
            <a:r>
              <a:rPr lang="en-US" sz="2800" dirty="0"/>
              <a:t>Unit 5 – STAR Process</a:t>
            </a:r>
          </a:p>
        </p:txBody>
      </p:sp>
    </p:spTree>
    <p:extLst>
      <p:ext uri="{BB962C8B-B14F-4D97-AF65-F5344CB8AC3E}">
        <p14:creationId xmlns:p14="http://schemas.microsoft.com/office/powerpoint/2010/main" val="2020711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D9B14-CBF1-4A37-BE4E-0C03FFCC5361}"/>
              </a:ext>
            </a:extLst>
          </p:cNvPr>
          <p:cNvSpPr>
            <a:spLocks noGrp="1"/>
          </p:cNvSpPr>
          <p:nvPr>
            <p:ph type="title"/>
          </p:nvPr>
        </p:nvSpPr>
        <p:spPr>
          <a:xfrm>
            <a:off x="644951" y="607124"/>
            <a:ext cx="13340500" cy="683264"/>
          </a:xfrm>
        </p:spPr>
        <p:txBody>
          <a:bodyPr/>
          <a:lstStyle/>
          <a:p>
            <a:r>
              <a:rPr lang="en-US" dirty="0"/>
              <a:t>STAR Process</a:t>
            </a:r>
          </a:p>
        </p:txBody>
      </p:sp>
      <p:sp>
        <p:nvSpPr>
          <p:cNvPr id="8" name="Slide Number Placeholder 7"/>
          <p:cNvSpPr>
            <a:spLocks noGrp="1"/>
          </p:cNvSpPr>
          <p:nvPr>
            <p:ph type="sldNum" sz="quarter" idx="10"/>
          </p:nvPr>
        </p:nvSpPr>
        <p:spPr/>
        <p:txBody>
          <a:bodyPr/>
          <a:lstStyle/>
          <a:p>
            <a:fld id="{19A725F3-83D0-4529-A15C-9D644B8C51E0}" type="slidenum">
              <a:rPr lang="en-US" smtClean="0"/>
              <a:pPr/>
              <a:t>2</a:t>
            </a:fld>
            <a:endParaRPr lang="en-US"/>
          </a:p>
        </p:txBody>
      </p:sp>
      <p:sp>
        <p:nvSpPr>
          <p:cNvPr id="4" name="Date Placeholder 3"/>
          <p:cNvSpPr>
            <a:spLocks noGrp="1"/>
          </p:cNvSpPr>
          <p:nvPr>
            <p:ph type="dt" sz="half" idx="12"/>
          </p:nvPr>
        </p:nvSpPr>
        <p:spPr/>
        <p:txBody>
          <a:bodyPr/>
          <a:lstStyle/>
          <a:p>
            <a:fld id="{98125DAD-6DCA-49B5-B51B-12D79F4ACA6A}" type="datetime1">
              <a:rPr lang="en-US" smtClean="0"/>
              <a:t>1/7/2020</a:t>
            </a:fld>
            <a:endParaRPr lang="en-US"/>
          </a:p>
        </p:txBody>
      </p:sp>
      <p:sp>
        <p:nvSpPr>
          <p:cNvPr id="3" name="Rectangle 2"/>
          <p:cNvSpPr/>
          <p:nvPr/>
        </p:nvSpPr>
        <p:spPr>
          <a:xfrm>
            <a:off x="914400" y="1774895"/>
            <a:ext cx="7315200" cy="1615827"/>
          </a:xfrm>
          <a:prstGeom prst="rect">
            <a:avLst/>
          </a:prstGeom>
        </p:spPr>
        <p:txBody>
          <a:bodyPr>
            <a:spAutoFit/>
          </a:bodyPr>
          <a:lstStyle/>
          <a:p>
            <a:r>
              <a:rPr lang="en-US" sz="3300" dirty="0">
                <a:latin typeface="Segoe UI" pitchFamily="34" charset="0"/>
                <a:cs typeface="Segoe UI" pitchFamily="34" charset="0"/>
              </a:rPr>
              <a:t>The goal of this unit is to  familiarize the student with the STAR process of the KPIT Technologies Ltd SDPM.</a:t>
            </a:r>
          </a:p>
        </p:txBody>
      </p:sp>
      <p:graphicFrame>
        <p:nvGraphicFramePr>
          <p:cNvPr id="97" name="Object 4">
            <a:hlinkClick r:id="" action="ppaction://ole?verb=0"/>
          </p:cNvPr>
          <p:cNvGraphicFramePr>
            <a:graphicFrameLocks/>
          </p:cNvGraphicFramePr>
          <p:nvPr>
            <p:extLst>
              <p:ext uri="{D42A27DB-BD31-4B8C-83A1-F6EECF244321}">
                <p14:modId xmlns:p14="http://schemas.microsoft.com/office/powerpoint/2010/main" val="1594405572"/>
              </p:ext>
            </p:extLst>
          </p:nvPr>
        </p:nvGraphicFramePr>
        <p:xfrm>
          <a:off x="8229600" y="1774895"/>
          <a:ext cx="5523722" cy="4532599"/>
        </p:xfrm>
        <a:graphic>
          <a:graphicData uri="http://schemas.openxmlformats.org/presentationml/2006/ole">
            <mc:AlternateContent xmlns:mc="http://schemas.openxmlformats.org/markup-compatibility/2006">
              <mc:Choice xmlns:v="urn:schemas-microsoft-com:vml" Requires="v">
                <p:oleObj spid="_x0000_s26664" name="Clip" r:id="rId4" imgW="3503520" imgH="3068280" progId="MS_ClipArt_Gallery.5">
                  <p:embed/>
                </p:oleObj>
              </mc:Choice>
              <mc:Fallback>
                <p:oleObj name="Clip" r:id="rId4" imgW="3503520" imgH="3068280" progId="MS_ClipArt_Gallery.5">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1774895"/>
                        <a:ext cx="5523722" cy="453259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22681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1D56-B45B-4813-8A34-94DEAD3AAE15}"/>
              </a:ext>
            </a:extLst>
          </p:cNvPr>
          <p:cNvSpPr>
            <a:spLocks noGrp="1"/>
          </p:cNvSpPr>
          <p:nvPr>
            <p:ph type="title"/>
          </p:nvPr>
        </p:nvSpPr>
        <p:spPr>
          <a:xfrm>
            <a:off x="644951" y="607124"/>
            <a:ext cx="13340500" cy="707886"/>
          </a:xfrm>
        </p:spPr>
        <p:txBody>
          <a:bodyPr/>
          <a:lstStyle/>
          <a:p>
            <a:r>
              <a:rPr lang="en-US" sz="4000" dirty="0"/>
              <a:t>STAR Process</a:t>
            </a:r>
            <a:endParaRPr lang="en-US" dirty="0"/>
          </a:p>
        </p:txBody>
      </p:sp>
      <p:sp>
        <p:nvSpPr>
          <p:cNvPr id="8" name="Slide Number Placeholder 7"/>
          <p:cNvSpPr>
            <a:spLocks noGrp="1"/>
          </p:cNvSpPr>
          <p:nvPr>
            <p:ph type="sldNum" sz="quarter" idx="10"/>
          </p:nvPr>
        </p:nvSpPr>
        <p:spPr/>
        <p:txBody>
          <a:bodyPr/>
          <a:lstStyle/>
          <a:p>
            <a:fld id="{19A725F3-83D0-4529-A15C-9D644B8C51E0}" type="slidenum">
              <a:rPr lang="en-US" smtClean="0"/>
              <a:pPr/>
              <a:t>3</a:t>
            </a:fld>
            <a:endParaRPr lang="en-US"/>
          </a:p>
        </p:txBody>
      </p:sp>
      <p:sp>
        <p:nvSpPr>
          <p:cNvPr id="4" name="Date Placeholder 3"/>
          <p:cNvSpPr>
            <a:spLocks noGrp="1"/>
          </p:cNvSpPr>
          <p:nvPr>
            <p:ph type="dt" sz="half" idx="12"/>
          </p:nvPr>
        </p:nvSpPr>
        <p:spPr/>
        <p:txBody>
          <a:bodyPr/>
          <a:lstStyle/>
          <a:p>
            <a:fld id="{CBD89B93-A511-4720-A9BC-625E4FE9C7A7}" type="datetime1">
              <a:rPr lang="en-US" smtClean="0"/>
              <a:t>1/7/2020</a:t>
            </a:fld>
            <a:endParaRPr lang="en-US"/>
          </a:p>
        </p:txBody>
      </p:sp>
      <p:sp>
        <p:nvSpPr>
          <p:cNvPr id="2" name="Rectangle 1"/>
          <p:cNvSpPr/>
          <p:nvPr/>
        </p:nvSpPr>
        <p:spPr>
          <a:xfrm>
            <a:off x="548640" y="2023039"/>
            <a:ext cx="12710160" cy="4247317"/>
          </a:xfrm>
          <a:prstGeom prst="rect">
            <a:avLst/>
          </a:prstGeom>
        </p:spPr>
        <p:txBody>
          <a:bodyPr wrap="square">
            <a:spAutoFit/>
          </a:bodyPr>
          <a:lstStyle/>
          <a:p>
            <a:pPr marL="457200" indent="-457200">
              <a:buClr>
                <a:schemeClr val="tx1"/>
              </a:buClr>
              <a:buSzPct val="75000"/>
              <a:buFont typeface="Arial" pitchFamily="34" charset="0"/>
              <a:buChar char="•"/>
            </a:pPr>
            <a:r>
              <a:rPr lang="en-US" sz="3300" dirty="0">
                <a:latin typeface="Segoe UI" pitchFamily="34" charset="0"/>
                <a:cs typeface="Segoe UI" pitchFamily="34" charset="0"/>
              </a:rPr>
              <a:t>A Self Regulating Process</a:t>
            </a:r>
          </a:p>
          <a:p>
            <a:pPr marL="1110310" lvl="1" indent="-457200">
              <a:spcBef>
                <a:spcPct val="20000"/>
              </a:spcBef>
              <a:buClr>
                <a:schemeClr val="tx1"/>
              </a:buClr>
              <a:buSzPct val="75000"/>
              <a:buFont typeface="Arial" panose="020B0604020202020204" pitchFamily="34" charset="0"/>
              <a:buChar char="•"/>
            </a:pPr>
            <a:r>
              <a:rPr lang="en-US" dirty="0">
                <a:solidFill>
                  <a:schemeClr val="tx1">
                    <a:tint val="75000"/>
                  </a:schemeClr>
                </a:solidFill>
                <a:latin typeface="Segoe UI" pitchFamily="34" charset="0"/>
                <a:cs typeface="Segoe UI" pitchFamily="34" charset="0"/>
              </a:rPr>
              <a:t>Set Parameters</a:t>
            </a:r>
          </a:p>
          <a:p>
            <a:pPr marL="1110310" lvl="1" indent="-457200">
              <a:spcBef>
                <a:spcPct val="20000"/>
              </a:spcBef>
              <a:buClr>
                <a:schemeClr val="tx1"/>
              </a:buClr>
              <a:buSzPct val="75000"/>
              <a:buFont typeface="Arial" panose="020B0604020202020204" pitchFamily="34" charset="0"/>
              <a:buChar char="•"/>
            </a:pPr>
            <a:r>
              <a:rPr lang="en-US" dirty="0">
                <a:solidFill>
                  <a:schemeClr val="tx1">
                    <a:tint val="75000"/>
                  </a:schemeClr>
                </a:solidFill>
                <a:latin typeface="Segoe UI" pitchFamily="34" charset="0"/>
                <a:cs typeface="Segoe UI" pitchFamily="34" charset="0"/>
              </a:rPr>
              <a:t>Take Measurements</a:t>
            </a:r>
          </a:p>
          <a:p>
            <a:pPr marL="1110310" lvl="1" indent="-457200">
              <a:spcBef>
                <a:spcPct val="20000"/>
              </a:spcBef>
              <a:buClr>
                <a:schemeClr val="tx1"/>
              </a:buClr>
              <a:buSzPct val="75000"/>
              <a:buFont typeface="Arial" panose="020B0604020202020204" pitchFamily="34" charset="0"/>
              <a:buChar char="•"/>
            </a:pPr>
            <a:r>
              <a:rPr lang="en-US" dirty="0">
                <a:solidFill>
                  <a:schemeClr val="tx1">
                    <a:tint val="75000"/>
                  </a:schemeClr>
                </a:solidFill>
                <a:latin typeface="Segoe UI" pitchFamily="34" charset="0"/>
                <a:cs typeface="Segoe UI" pitchFamily="34" charset="0"/>
              </a:rPr>
              <a:t>Analyze Measurements</a:t>
            </a:r>
          </a:p>
          <a:p>
            <a:pPr marL="1110310" lvl="1" indent="-457200">
              <a:spcBef>
                <a:spcPct val="20000"/>
              </a:spcBef>
              <a:buClr>
                <a:schemeClr val="tx1"/>
              </a:buClr>
              <a:buSzPct val="75000"/>
              <a:buFont typeface="Arial" panose="020B0604020202020204" pitchFamily="34" charset="0"/>
              <a:buChar char="•"/>
            </a:pPr>
            <a:r>
              <a:rPr lang="en-US" dirty="0">
                <a:solidFill>
                  <a:schemeClr val="tx1">
                    <a:tint val="75000"/>
                  </a:schemeClr>
                </a:solidFill>
                <a:latin typeface="Segoe UI" pitchFamily="34" charset="0"/>
                <a:cs typeface="Segoe UI" pitchFamily="34" charset="0"/>
              </a:rPr>
              <a:t>Reset Parameters</a:t>
            </a:r>
          </a:p>
          <a:p>
            <a:pPr marL="457200" indent="-457200">
              <a:spcBef>
                <a:spcPct val="20000"/>
              </a:spcBef>
              <a:buClr>
                <a:schemeClr val="tx1"/>
              </a:buClr>
              <a:buSzPct val="75000"/>
              <a:buFont typeface="Arial" pitchFamily="34" charset="0"/>
              <a:buChar char="•"/>
            </a:pPr>
            <a:r>
              <a:rPr lang="en-US" sz="3300" dirty="0">
                <a:latin typeface="Segoe UI" pitchFamily="34" charset="0"/>
                <a:cs typeface="Segoe UI" pitchFamily="34" charset="0"/>
              </a:rPr>
              <a:t>Used to monitor and control the Uniphase as a closed loop feedback system</a:t>
            </a:r>
          </a:p>
          <a:p>
            <a:pPr marL="457200" indent="-457200">
              <a:spcBef>
                <a:spcPct val="20000"/>
              </a:spcBef>
              <a:buClr>
                <a:schemeClr val="tx1"/>
              </a:buClr>
              <a:buSzPct val="75000"/>
              <a:buFont typeface="Arial" pitchFamily="34" charset="0"/>
              <a:buChar char="•"/>
            </a:pPr>
            <a:r>
              <a:rPr lang="en-US" sz="3300" dirty="0">
                <a:latin typeface="Segoe UI" pitchFamily="34" charset="0"/>
                <a:cs typeface="Segoe UI" pitchFamily="34" charset="0"/>
              </a:rPr>
              <a:t>Provides the “Dynamic” element of the SDPM architecture</a:t>
            </a:r>
          </a:p>
        </p:txBody>
      </p:sp>
    </p:spTree>
    <p:extLst>
      <p:ext uri="{BB962C8B-B14F-4D97-AF65-F5344CB8AC3E}">
        <p14:creationId xmlns:p14="http://schemas.microsoft.com/office/powerpoint/2010/main" val="2313092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F9B8AF-7081-4D82-A5C7-DD8026F1B3DE}"/>
              </a:ext>
            </a:extLst>
          </p:cNvPr>
          <p:cNvSpPr>
            <a:spLocks noGrp="1"/>
          </p:cNvSpPr>
          <p:nvPr>
            <p:ph type="title"/>
          </p:nvPr>
        </p:nvSpPr>
        <p:spPr>
          <a:xfrm>
            <a:off x="644951" y="607124"/>
            <a:ext cx="13340500" cy="707886"/>
          </a:xfrm>
        </p:spPr>
        <p:txBody>
          <a:bodyPr/>
          <a:lstStyle/>
          <a:p>
            <a:r>
              <a:rPr lang="en-US" sz="4000" dirty="0"/>
              <a:t>STAR Process</a:t>
            </a:r>
            <a:endParaRPr lang="en-US" dirty="0"/>
          </a:p>
        </p:txBody>
      </p:sp>
      <p:sp>
        <p:nvSpPr>
          <p:cNvPr id="6" name="Slide Number Placeholder 5"/>
          <p:cNvSpPr>
            <a:spLocks noGrp="1"/>
          </p:cNvSpPr>
          <p:nvPr>
            <p:ph type="sldNum" sz="quarter" idx="10"/>
          </p:nvPr>
        </p:nvSpPr>
        <p:spPr/>
        <p:txBody>
          <a:bodyPr/>
          <a:lstStyle/>
          <a:p>
            <a:fld id="{19A725F3-83D0-4529-A15C-9D644B8C51E0}" type="slidenum">
              <a:rPr lang="en-US" smtClean="0"/>
              <a:pPr/>
              <a:t>4</a:t>
            </a:fld>
            <a:endParaRPr lang="en-US"/>
          </a:p>
        </p:txBody>
      </p:sp>
      <p:sp>
        <p:nvSpPr>
          <p:cNvPr id="5" name="Date Placeholder 4"/>
          <p:cNvSpPr>
            <a:spLocks noGrp="1"/>
          </p:cNvSpPr>
          <p:nvPr>
            <p:ph type="dt" sz="half" idx="12"/>
          </p:nvPr>
        </p:nvSpPr>
        <p:spPr/>
        <p:txBody>
          <a:bodyPr/>
          <a:lstStyle/>
          <a:p>
            <a:fld id="{D27FB667-AA29-4180-B55E-B9F7D05664F0}" type="datetime1">
              <a:rPr lang="en-US" smtClean="0"/>
              <a:t>1/7/2020</a:t>
            </a:fld>
            <a:endParaRPr lang="en-US" dirty="0"/>
          </a:p>
        </p:txBody>
      </p:sp>
      <p:sp>
        <p:nvSpPr>
          <p:cNvPr id="9" name="Rectangle 3"/>
          <p:cNvSpPr>
            <a:spLocks noChangeArrowheads="1"/>
          </p:cNvSpPr>
          <p:nvPr/>
        </p:nvSpPr>
        <p:spPr bwMode="auto">
          <a:xfrm>
            <a:off x="3741314" y="1884751"/>
            <a:ext cx="2760662" cy="6985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buSzPct val="100000"/>
              <a:buFontTx/>
              <a:buChar char="•"/>
            </a:pPr>
            <a:r>
              <a:rPr lang="en-US" sz="2000" b="0" dirty="0">
                <a:latin typeface="+mj-lt"/>
              </a:rPr>
              <a:t> Planning Information</a:t>
            </a:r>
          </a:p>
          <a:p>
            <a:pPr>
              <a:buSzPct val="100000"/>
              <a:buFontTx/>
              <a:buChar char="•"/>
            </a:pPr>
            <a:r>
              <a:rPr lang="en-US" sz="2000" b="0" dirty="0">
                <a:latin typeface="+mj-lt"/>
              </a:rPr>
              <a:t> Control Information</a:t>
            </a:r>
          </a:p>
        </p:txBody>
      </p:sp>
      <p:sp>
        <p:nvSpPr>
          <p:cNvPr id="10" name="Rectangle 4"/>
          <p:cNvSpPr>
            <a:spLocks noChangeArrowheads="1"/>
          </p:cNvSpPr>
          <p:nvPr/>
        </p:nvSpPr>
        <p:spPr bwMode="auto">
          <a:xfrm>
            <a:off x="7468764" y="2068901"/>
            <a:ext cx="1879600" cy="3937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buSzPct val="100000"/>
              <a:buFontTx/>
              <a:buChar char="•"/>
            </a:pPr>
            <a:r>
              <a:rPr lang="en-US" sz="2000" b="0" dirty="0">
                <a:latin typeface="+mj-lt"/>
              </a:rPr>
              <a:t> STAR Process</a:t>
            </a:r>
          </a:p>
        </p:txBody>
      </p:sp>
      <p:grpSp>
        <p:nvGrpSpPr>
          <p:cNvPr id="11" name="Group 19"/>
          <p:cNvGrpSpPr>
            <a:grpSpLocks/>
          </p:cNvGrpSpPr>
          <p:nvPr/>
        </p:nvGrpSpPr>
        <p:grpSpPr bwMode="auto">
          <a:xfrm>
            <a:off x="1094951" y="1565663"/>
            <a:ext cx="1763713" cy="1289050"/>
            <a:chOff x="316" y="916"/>
            <a:chExt cx="1111" cy="812"/>
          </a:xfrm>
        </p:grpSpPr>
        <p:sp>
          <p:nvSpPr>
            <p:cNvPr id="12" name="Oval 5"/>
            <p:cNvSpPr>
              <a:spLocks noChangeArrowheads="1"/>
            </p:cNvSpPr>
            <p:nvPr/>
          </p:nvSpPr>
          <p:spPr bwMode="auto">
            <a:xfrm>
              <a:off x="316" y="1440"/>
              <a:ext cx="196" cy="225"/>
            </a:xfrm>
            <a:prstGeom prst="ellipse">
              <a:avLst/>
            </a:prstGeom>
            <a:solidFill>
              <a:schemeClr val="bg1"/>
            </a:solidFill>
            <a:ln w="12700">
              <a:solidFill>
                <a:schemeClr val="tx1"/>
              </a:solidFill>
              <a:round/>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p>
          </p:txBody>
        </p:sp>
        <p:sp>
          <p:nvSpPr>
            <p:cNvPr id="13" name="Rectangle 6"/>
            <p:cNvSpPr>
              <a:spLocks noChangeArrowheads="1"/>
            </p:cNvSpPr>
            <p:nvPr/>
          </p:nvSpPr>
          <p:spPr bwMode="auto">
            <a:xfrm>
              <a:off x="672" y="1499"/>
              <a:ext cx="298" cy="166"/>
            </a:xfrm>
            <a:prstGeom prst="rect">
              <a:avLst/>
            </a:prstGeom>
            <a:solidFill>
              <a:schemeClr val="bg1"/>
            </a:solidFill>
            <a:ln w="12700">
              <a:solidFill>
                <a:schemeClr val="tx1"/>
              </a:solidFill>
              <a:miter lim="800000"/>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p>
          </p:txBody>
        </p:sp>
        <p:sp>
          <p:nvSpPr>
            <p:cNvPr id="14" name="Rectangle 7"/>
            <p:cNvSpPr>
              <a:spLocks noChangeArrowheads="1"/>
            </p:cNvSpPr>
            <p:nvPr/>
          </p:nvSpPr>
          <p:spPr bwMode="auto">
            <a:xfrm>
              <a:off x="1131" y="1499"/>
              <a:ext cx="296" cy="166"/>
            </a:xfrm>
            <a:prstGeom prst="rect">
              <a:avLst/>
            </a:prstGeom>
            <a:solidFill>
              <a:schemeClr val="bg1"/>
            </a:solidFill>
            <a:ln w="12700">
              <a:solidFill>
                <a:schemeClr val="tx1"/>
              </a:solidFill>
              <a:miter lim="800000"/>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p>
          </p:txBody>
        </p:sp>
        <p:sp>
          <p:nvSpPr>
            <p:cNvPr id="15" name="Oval 8"/>
            <p:cNvSpPr>
              <a:spLocks noChangeArrowheads="1"/>
            </p:cNvSpPr>
            <p:nvPr/>
          </p:nvSpPr>
          <p:spPr bwMode="auto">
            <a:xfrm>
              <a:off x="1182" y="1324"/>
              <a:ext cx="194" cy="225"/>
            </a:xfrm>
            <a:prstGeom prst="ellipse">
              <a:avLst/>
            </a:prstGeom>
            <a:solidFill>
              <a:schemeClr val="bg1"/>
            </a:solidFill>
            <a:ln w="12700">
              <a:solidFill>
                <a:schemeClr val="tx1"/>
              </a:solidFill>
              <a:round/>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p>
          </p:txBody>
        </p:sp>
        <p:sp>
          <p:nvSpPr>
            <p:cNvPr id="16" name="Line 9"/>
            <p:cNvSpPr>
              <a:spLocks noChangeShapeType="1"/>
            </p:cNvSpPr>
            <p:nvPr/>
          </p:nvSpPr>
          <p:spPr bwMode="auto">
            <a:xfrm flipH="1">
              <a:off x="516" y="1553"/>
              <a:ext cx="15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10"/>
            <p:cNvSpPr>
              <a:spLocks noChangeShapeType="1"/>
            </p:cNvSpPr>
            <p:nvPr/>
          </p:nvSpPr>
          <p:spPr bwMode="auto">
            <a:xfrm flipH="1">
              <a:off x="516" y="1612"/>
              <a:ext cx="15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Oval 11"/>
            <p:cNvSpPr>
              <a:spLocks noChangeArrowheads="1"/>
            </p:cNvSpPr>
            <p:nvPr/>
          </p:nvSpPr>
          <p:spPr bwMode="auto">
            <a:xfrm>
              <a:off x="723" y="916"/>
              <a:ext cx="197" cy="225"/>
            </a:xfrm>
            <a:prstGeom prst="ellipse">
              <a:avLst/>
            </a:prstGeom>
            <a:solidFill>
              <a:schemeClr val="bg1"/>
            </a:solidFill>
            <a:ln w="12700">
              <a:solidFill>
                <a:schemeClr val="tx1"/>
              </a:solidFill>
              <a:round/>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p>
          </p:txBody>
        </p:sp>
        <p:sp>
          <p:nvSpPr>
            <p:cNvPr id="19" name="Line 12"/>
            <p:cNvSpPr>
              <a:spLocks noChangeShapeType="1"/>
            </p:cNvSpPr>
            <p:nvPr/>
          </p:nvSpPr>
          <p:spPr bwMode="auto">
            <a:xfrm>
              <a:off x="974" y="1553"/>
              <a:ext cx="1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13"/>
            <p:cNvSpPr>
              <a:spLocks noChangeShapeType="1"/>
            </p:cNvSpPr>
            <p:nvPr/>
          </p:nvSpPr>
          <p:spPr bwMode="auto">
            <a:xfrm>
              <a:off x="414" y="1728"/>
              <a:ext cx="86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14"/>
            <p:cNvSpPr>
              <a:spLocks noChangeShapeType="1"/>
            </p:cNvSpPr>
            <p:nvPr/>
          </p:nvSpPr>
          <p:spPr bwMode="auto">
            <a:xfrm flipV="1">
              <a:off x="414" y="1667"/>
              <a:ext cx="0" cy="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15"/>
            <p:cNvSpPr>
              <a:spLocks noChangeShapeType="1"/>
            </p:cNvSpPr>
            <p:nvPr/>
          </p:nvSpPr>
          <p:spPr bwMode="auto">
            <a:xfrm flipV="1">
              <a:off x="1279" y="1667"/>
              <a:ext cx="0" cy="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6"/>
            <p:cNvSpPr>
              <a:spLocks noChangeShapeType="1"/>
            </p:cNvSpPr>
            <p:nvPr/>
          </p:nvSpPr>
          <p:spPr bwMode="auto">
            <a:xfrm>
              <a:off x="821" y="1145"/>
              <a:ext cx="0" cy="35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7"/>
            <p:cNvSpPr>
              <a:spLocks noChangeShapeType="1"/>
            </p:cNvSpPr>
            <p:nvPr/>
          </p:nvSpPr>
          <p:spPr bwMode="auto">
            <a:xfrm flipH="1">
              <a:off x="465" y="1145"/>
              <a:ext cx="254" cy="35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18"/>
            <p:cNvSpPr>
              <a:spLocks noChangeShapeType="1"/>
            </p:cNvSpPr>
            <p:nvPr/>
          </p:nvSpPr>
          <p:spPr bwMode="auto">
            <a:xfrm>
              <a:off x="924" y="1087"/>
              <a:ext cx="305" cy="292"/>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 name="AutoShape 20"/>
          <p:cNvSpPr>
            <a:spLocks noChangeArrowheads="1"/>
          </p:cNvSpPr>
          <p:nvPr/>
        </p:nvSpPr>
        <p:spPr bwMode="auto">
          <a:xfrm flipH="1">
            <a:off x="2952326" y="1935551"/>
            <a:ext cx="714375" cy="728662"/>
          </a:xfrm>
          <a:prstGeom prst="rightArrow">
            <a:avLst>
              <a:gd name="adj1" fmla="val 75000"/>
              <a:gd name="adj2" fmla="val 50023"/>
            </a:avLst>
          </a:prstGeom>
          <a:solidFill>
            <a:schemeClr val="bg1"/>
          </a:solidFill>
          <a:ln w="12700">
            <a:solidFill>
              <a:schemeClr val="tx1"/>
            </a:solidFill>
            <a:miter lim="800000"/>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p>
        </p:txBody>
      </p:sp>
      <p:sp>
        <p:nvSpPr>
          <p:cNvPr id="27" name="AutoShape 21"/>
          <p:cNvSpPr>
            <a:spLocks noChangeArrowheads="1"/>
          </p:cNvSpPr>
          <p:nvPr/>
        </p:nvSpPr>
        <p:spPr bwMode="auto">
          <a:xfrm flipH="1">
            <a:off x="6668664" y="1935551"/>
            <a:ext cx="714375" cy="728662"/>
          </a:xfrm>
          <a:prstGeom prst="rightArrow">
            <a:avLst>
              <a:gd name="adj1" fmla="val 75000"/>
              <a:gd name="adj2" fmla="val 50023"/>
            </a:avLst>
          </a:prstGeom>
          <a:solidFill>
            <a:schemeClr val="bg1"/>
          </a:solidFill>
          <a:ln w="12700">
            <a:solidFill>
              <a:schemeClr val="tx1"/>
            </a:solidFill>
            <a:miter lim="800000"/>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p>
        </p:txBody>
      </p:sp>
      <p:sp>
        <p:nvSpPr>
          <p:cNvPr id="28" name="Rectangle 23"/>
          <p:cNvSpPr>
            <a:spLocks noChangeArrowheads="1"/>
          </p:cNvSpPr>
          <p:nvPr/>
        </p:nvSpPr>
        <p:spPr bwMode="auto">
          <a:xfrm>
            <a:off x="1141941" y="3345075"/>
            <a:ext cx="12076112" cy="2278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b="1">
                <a:solidFill>
                  <a:schemeClr val="tx1"/>
                </a:solidFill>
                <a:latin typeface="Trebuchet MS" panose="020B0603020202020204" pitchFamily="34" charset="0"/>
              </a:defRPr>
            </a:lvl1pPr>
            <a:lvl2pPr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marL="457200" indent="-457200">
              <a:spcBef>
                <a:spcPct val="20000"/>
              </a:spcBef>
              <a:buClr>
                <a:schemeClr val="tx1"/>
              </a:buClr>
              <a:buSzPct val="75000"/>
              <a:buFont typeface="Arial" panose="020B0604020202020204" pitchFamily="34" charset="0"/>
              <a:buChar char="•"/>
            </a:pPr>
            <a:r>
              <a:rPr lang="en-US" sz="3300" b="0" dirty="0">
                <a:latin typeface="Segoe UI" pitchFamily="34" charset="0"/>
                <a:cs typeface="Segoe UI" pitchFamily="34" charset="0"/>
              </a:rPr>
              <a:t>Closed loop feedback system</a:t>
            </a:r>
          </a:p>
          <a:p>
            <a:pPr marL="1110310" lvl="1" indent="-457200" eaLnBrk="1" hangingPunct="1">
              <a:spcBef>
                <a:spcPct val="20000"/>
              </a:spcBef>
              <a:buClr>
                <a:schemeClr val="tx1"/>
              </a:buClr>
              <a:buSzPct val="75000"/>
              <a:buFont typeface="Arial" panose="020B0604020202020204" pitchFamily="34" charset="0"/>
              <a:buChar char="•"/>
            </a:pPr>
            <a:r>
              <a:rPr lang="en-US" sz="2400" b="0" i="1" dirty="0"/>
              <a:t> </a:t>
            </a:r>
            <a:r>
              <a:rPr lang="en-US" b="0" dirty="0">
                <a:solidFill>
                  <a:schemeClr val="tx1">
                    <a:tint val="75000"/>
                  </a:schemeClr>
                </a:solidFill>
                <a:latin typeface="Segoe UI" pitchFamily="34" charset="0"/>
                <a:cs typeface="Segoe UI" pitchFamily="34" charset="0"/>
              </a:rPr>
              <a:t>The KPIT Technologies Ltd SDPM provides a built-in metrics collection mechanism that allows the software development to be well managed and provides the information required for analysis and improvement of the current, as well as future, software developments</a:t>
            </a:r>
          </a:p>
        </p:txBody>
      </p:sp>
      <p:sp>
        <p:nvSpPr>
          <p:cNvPr id="29" name="Rectangle 24"/>
          <p:cNvSpPr>
            <a:spLocks noChangeArrowheads="1"/>
          </p:cNvSpPr>
          <p:nvPr/>
        </p:nvSpPr>
        <p:spPr bwMode="auto">
          <a:xfrm>
            <a:off x="1141941" y="5943961"/>
            <a:ext cx="12843510" cy="1077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b="1">
                <a:solidFill>
                  <a:schemeClr val="tx1"/>
                </a:solidFill>
                <a:latin typeface="Trebuchet MS" panose="020B0603020202020204" pitchFamily="34" charset="0"/>
              </a:defRPr>
            </a:lvl1pPr>
            <a:lvl2pPr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marL="457200" indent="-457200">
              <a:spcBef>
                <a:spcPct val="20000"/>
              </a:spcBef>
              <a:buClr>
                <a:schemeClr val="tx1"/>
              </a:buClr>
              <a:buSzPct val="75000"/>
              <a:buFont typeface="Arial" panose="020B0604020202020204" pitchFamily="34" charset="0"/>
              <a:buChar char="•"/>
            </a:pPr>
            <a:r>
              <a:rPr lang="en-US" sz="3300" b="0" dirty="0">
                <a:latin typeface="Segoe UI" pitchFamily="34" charset="0"/>
                <a:cs typeface="Segoe UI" pitchFamily="34" charset="0"/>
              </a:rPr>
              <a:t>STAR is the control cycle followed at KPIT Technologies Ltd</a:t>
            </a:r>
          </a:p>
          <a:p>
            <a:pPr marL="1110310" lvl="1" indent="-457200" eaLnBrk="1" hangingPunct="1">
              <a:spcBef>
                <a:spcPct val="20000"/>
              </a:spcBef>
              <a:buClr>
                <a:schemeClr val="tx1"/>
              </a:buClr>
              <a:buSzPct val="75000"/>
              <a:buFont typeface="Arial" panose="020B0604020202020204" pitchFamily="34" charset="0"/>
              <a:buChar char="•"/>
            </a:pPr>
            <a:r>
              <a:rPr lang="en-US" b="0" dirty="0">
                <a:solidFill>
                  <a:schemeClr val="tx1">
                    <a:tint val="75000"/>
                  </a:schemeClr>
                </a:solidFill>
                <a:latin typeface="Segoe UI" pitchFamily="34" charset="0"/>
                <a:cs typeface="Segoe UI" pitchFamily="34" charset="0"/>
              </a:rPr>
              <a:t> STAR process is covered extensively in the Intermediate SDPM course</a:t>
            </a:r>
          </a:p>
        </p:txBody>
      </p:sp>
    </p:spTree>
    <p:extLst>
      <p:ext uri="{BB962C8B-B14F-4D97-AF65-F5344CB8AC3E}">
        <p14:creationId xmlns:p14="http://schemas.microsoft.com/office/powerpoint/2010/main" val="4028083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7403FC-B3B7-446B-A9F6-324E8587B280}"/>
              </a:ext>
            </a:extLst>
          </p:cNvPr>
          <p:cNvSpPr>
            <a:spLocks noGrp="1"/>
          </p:cNvSpPr>
          <p:nvPr>
            <p:ph type="title"/>
          </p:nvPr>
        </p:nvSpPr>
        <p:spPr>
          <a:xfrm>
            <a:off x="644951" y="607124"/>
            <a:ext cx="13340500" cy="683264"/>
          </a:xfrm>
        </p:spPr>
        <p:txBody>
          <a:bodyPr/>
          <a:lstStyle/>
          <a:p>
            <a:r>
              <a:rPr lang="en-US" dirty="0"/>
              <a:t>What is a Metric?</a:t>
            </a:r>
          </a:p>
        </p:txBody>
      </p:sp>
      <p:sp>
        <p:nvSpPr>
          <p:cNvPr id="6" name="Slide Number Placeholder 5"/>
          <p:cNvSpPr>
            <a:spLocks noGrp="1"/>
          </p:cNvSpPr>
          <p:nvPr>
            <p:ph type="sldNum" sz="quarter" idx="10"/>
          </p:nvPr>
        </p:nvSpPr>
        <p:spPr/>
        <p:txBody>
          <a:bodyPr/>
          <a:lstStyle/>
          <a:p>
            <a:fld id="{19A725F3-83D0-4529-A15C-9D644B8C51E0}" type="slidenum">
              <a:rPr lang="en-US" smtClean="0"/>
              <a:pPr/>
              <a:t>5</a:t>
            </a:fld>
            <a:endParaRPr lang="en-US"/>
          </a:p>
        </p:txBody>
      </p:sp>
      <p:sp>
        <p:nvSpPr>
          <p:cNvPr id="5" name="Date Placeholder 4"/>
          <p:cNvSpPr>
            <a:spLocks noGrp="1"/>
          </p:cNvSpPr>
          <p:nvPr>
            <p:ph type="dt" sz="half" idx="12"/>
          </p:nvPr>
        </p:nvSpPr>
        <p:spPr/>
        <p:txBody>
          <a:bodyPr/>
          <a:lstStyle/>
          <a:p>
            <a:fld id="{CAA63816-A8B5-4D3C-AC30-1A2EF37287DC}" type="datetime1">
              <a:rPr lang="en-US" smtClean="0"/>
              <a:t>1/7/2020</a:t>
            </a:fld>
            <a:endParaRPr lang="en-US" dirty="0"/>
          </a:p>
        </p:txBody>
      </p:sp>
      <p:sp>
        <p:nvSpPr>
          <p:cNvPr id="4" name="Content Placeholder 3"/>
          <p:cNvSpPr>
            <a:spLocks noGrp="1"/>
          </p:cNvSpPr>
          <p:nvPr>
            <p:ph sz="quarter" idx="4294967295"/>
          </p:nvPr>
        </p:nvSpPr>
        <p:spPr>
          <a:xfrm>
            <a:off x="644951" y="1631861"/>
            <a:ext cx="13382625" cy="5619750"/>
          </a:xfrm>
        </p:spPr>
        <p:txBody>
          <a:bodyPr>
            <a:normAutofit/>
          </a:bodyPr>
          <a:lstStyle/>
          <a:p>
            <a:r>
              <a:rPr lang="en-US" sz="3300" dirty="0"/>
              <a:t>A software measure</a:t>
            </a:r>
          </a:p>
          <a:p>
            <a:r>
              <a:rPr lang="en-US" sz="3300" dirty="0"/>
              <a:t>A software metric is a process of quantitatively determining the extent to which a software process, product or project possess a certain attribute.</a:t>
            </a:r>
          </a:p>
          <a:p>
            <a:r>
              <a:rPr lang="en-US" sz="3300" dirty="0"/>
              <a:t>A metric is a mapping from a set of software engineering objects to a set of mathematical objects.</a:t>
            </a:r>
          </a:p>
        </p:txBody>
      </p:sp>
    </p:spTree>
    <p:extLst>
      <p:ext uri="{BB962C8B-B14F-4D97-AF65-F5344CB8AC3E}">
        <p14:creationId xmlns:p14="http://schemas.microsoft.com/office/powerpoint/2010/main" val="2492066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F223A2-3EB3-4F72-A6FA-BAAC98D0034B}"/>
              </a:ext>
            </a:extLst>
          </p:cNvPr>
          <p:cNvSpPr>
            <a:spLocks noGrp="1"/>
          </p:cNvSpPr>
          <p:nvPr>
            <p:ph type="title"/>
          </p:nvPr>
        </p:nvSpPr>
        <p:spPr>
          <a:xfrm>
            <a:off x="644951" y="607124"/>
            <a:ext cx="13340500" cy="683264"/>
          </a:xfrm>
        </p:spPr>
        <p:txBody>
          <a:bodyPr/>
          <a:lstStyle/>
          <a:p>
            <a:r>
              <a:rPr lang="en-US" dirty="0"/>
              <a:t>Why do we need metrics?</a:t>
            </a:r>
          </a:p>
        </p:txBody>
      </p:sp>
      <p:sp>
        <p:nvSpPr>
          <p:cNvPr id="6" name="Slide Number Placeholder 5"/>
          <p:cNvSpPr>
            <a:spLocks noGrp="1"/>
          </p:cNvSpPr>
          <p:nvPr>
            <p:ph type="sldNum" sz="quarter" idx="10"/>
          </p:nvPr>
        </p:nvSpPr>
        <p:spPr/>
        <p:txBody>
          <a:bodyPr/>
          <a:lstStyle/>
          <a:p>
            <a:fld id="{19A725F3-83D0-4529-A15C-9D644B8C51E0}" type="slidenum">
              <a:rPr lang="en-US" smtClean="0"/>
              <a:pPr/>
              <a:t>6</a:t>
            </a:fld>
            <a:endParaRPr lang="en-US"/>
          </a:p>
        </p:txBody>
      </p:sp>
      <p:sp>
        <p:nvSpPr>
          <p:cNvPr id="5" name="Date Placeholder 4"/>
          <p:cNvSpPr>
            <a:spLocks noGrp="1"/>
          </p:cNvSpPr>
          <p:nvPr>
            <p:ph type="dt" sz="half" idx="12"/>
          </p:nvPr>
        </p:nvSpPr>
        <p:spPr/>
        <p:txBody>
          <a:bodyPr/>
          <a:lstStyle/>
          <a:p>
            <a:fld id="{C839375E-DD03-45D1-9633-DB2CD3247080}" type="datetime1">
              <a:rPr lang="en-US" smtClean="0"/>
              <a:t>1/7/2020</a:t>
            </a:fld>
            <a:endParaRPr lang="en-US" dirty="0"/>
          </a:p>
        </p:txBody>
      </p:sp>
      <p:sp>
        <p:nvSpPr>
          <p:cNvPr id="11" name="Rectangle 1027"/>
          <p:cNvSpPr>
            <a:spLocks noGrp="1" noChangeArrowheads="1"/>
          </p:cNvSpPr>
          <p:nvPr>
            <p:ph type="body" sz="quarter" idx="4294967295"/>
          </p:nvPr>
        </p:nvSpPr>
        <p:spPr>
          <a:xfrm>
            <a:off x="825190" y="1602494"/>
            <a:ext cx="9872663" cy="5678487"/>
          </a:xfrm>
          <a:noFill/>
        </p:spPr>
        <p:txBody>
          <a:bodyPr lIns="90488" tIns="44450" rIns="90488" bIns="44450"/>
          <a:lstStyle/>
          <a:p>
            <a:pPr marL="457200" indent="-457200">
              <a:buFont typeface="Arial" panose="020B0604020202020204" pitchFamily="34" charset="0"/>
              <a:buChar char="•"/>
            </a:pPr>
            <a:r>
              <a:rPr lang="en-US" dirty="0">
                <a:solidFill>
                  <a:schemeClr val="tx1"/>
                </a:solidFill>
              </a:rPr>
              <a:t>Quantitative project and process management</a:t>
            </a:r>
          </a:p>
          <a:p>
            <a:pPr marL="457200" indent="-457200">
              <a:buFont typeface="Arial" panose="020B0604020202020204" pitchFamily="34" charset="0"/>
              <a:buChar char="•"/>
            </a:pPr>
            <a:r>
              <a:rPr lang="en-US" dirty="0">
                <a:solidFill>
                  <a:schemeClr val="tx1"/>
                </a:solidFill>
              </a:rPr>
              <a:t>For organizational improvement</a:t>
            </a:r>
          </a:p>
          <a:p>
            <a:pPr marL="457200" indent="-457200">
              <a:buFont typeface="Arial" panose="020B0604020202020204" pitchFamily="34" charset="0"/>
              <a:buChar char="•"/>
            </a:pPr>
            <a:r>
              <a:rPr lang="en-US" dirty="0">
                <a:solidFill>
                  <a:schemeClr val="tx1"/>
                </a:solidFill>
              </a:rPr>
              <a:t>“ You cannot  control what you cannot Measure ”</a:t>
            </a:r>
          </a:p>
          <a:p>
            <a:pPr marL="457200" indent="-457200">
              <a:buFont typeface="Arial" panose="020B0604020202020204" pitchFamily="34" charset="0"/>
              <a:buChar char="•"/>
            </a:pPr>
            <a:r>
              <a:rPr lang="en-US" dirty="0">
                <a:solidFill>
                  <a:schemeClr val="tx1"/>
                </a:solidFill>
              </a:rPr>
              <a:t>“When you can measure what you are speaking about and express it in numbers, you know something about it, else your knowledge about the subject is meagre”</a:t>
            </a:r>
          </a:p>
        </p:txBody>
      </p:sp>
    </p:spTree>
    <p:extLst>
      <p:ext uri="{BB962C8B-B14F-4D97-AF65-F5344CB8AC3E}">
        <p14:creationId xmlns:p14="http://schemas.microsoft.com/office/powerpoint/2010/main" val="2540526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CE089D-51AC-432E-BA90-9D8DBB000BB9}"/>
              </a:ext>
            </a:extLst>
          </p:cNvPr>
          <p:cNvSpPr>
            <a:spLocks noGrp="1"/>
          </p:cNvSpPr>
          <p:nvPr>
            <p:ph type="title"/>
          </p:nvPr>
        </p:nvSpPr>
        <p:spPr>
          <a:xfrm>
            <a:off x="644951" y="607124"/>
            <a:ext cx="13340500" cy="683264"/>
          </a:xfrm>
        </p:spPr>
        <p:txBody>
          <a:bodyPr/>
          <a:lstStyle/>
          <a:p>
            <a:r>
              <a:rPr lang="en-US" dirty="0"/>
              <a:t>Metrics Initiation</a:t>
            </a:r>
          </a:p>
        </p:txBody>
      </p:sp>
      <p:sp>
        <p:nvSpPr>
          <p:cNvPr id="6" name="Slide Number Placeholder 5"/>
          <p:cNvSpPr>
            <a:spLocks noGrp="1"/>
          </p:cNvSpPr>
          <p:nvPr>
            <p:ph type="sldNum" sz="quarter" idx="10"/>
          </p:nvPr>
        </p:nvSpPr>
        <p:spPr/>
        <p:txBody>
          <a:bodyPr/>
          <a:lstStyle/>
          <a:p>
            <a:fld id="{19A725F3-83D0-4529-A15C-9D644B8C51E0}" type="slidenum">
              <a:rPr lang="en-US" smtClean="0"/>
              <a:pPr/>
              <a:t>7</a:t>
            </a:fld>
            <a:endParaRPr lang="en-US"/>
          </a:p>
        </p:txBody>
      </p:sp>
      <p:sp>
        <p:nvSpPr>
          <p:cNvPr id="5" name="Date Placeholder 4"/>
          <p:cNvSpPr>
            <a:spLocks noGrp="1"/>
          </p:cNvSpPr>
          <p:nvPr>
            <p:ph type="dt" sz="half" idx="12"/>
          </p:nvPr>
        </p:nvSpPr>
        <p:spPr/>
        <p:txBody>
          <a:bodyPr/>
          <a:lstStyle/>
          <a:p>
            <a:fld id="{4C5DFA48-986A-4DF5-A159-A5F90A47DF73}" type="datetime1">
              <a:rPr lang="en-US" smtClean="0"/>
              <a:t>1/7/2020</a:t>
            </a:fld>
            <a:endParaRPr lang="en-US" dirty="0"/>
          </a:p>
        </p:txBody>
      </p:sp>
      <p:sp>
        <p:nvSpPr>
          <p:cNvPr id="8" name="Rectangle 4"/>
          <p:cNvSpPr>
            <a:spLocks noChangeArrowheads="1"/>
          </p:cNvSpPr>
          <p:nvPr/>
        </p:nvSpPr>
        <p:spPr bwMode="auto">
          <a:xfrm>
            <a:off x="644951" y="1290388"/>
            <a:ext cx="13723387" cy="5918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marL="457200" indent="-457200" eaLnBrk="1" hangingPunct="1">
              <a:buFont typeface="Arial" panose="020B0604020202020204" pitchFamily="34" charset="0"/>
              <a:buChar char="•"/>
            </a:pPr>
            <a:r>
              <a:rPr lang="en-US" sz="3200" b="0" dirty="0">
                <a:latin typeface="Segoe UI" pitchFamily="34" charset="0"/>
                <a:cs typeface="Segoe UI" pitchFamily="34" charset="0"/>
              </a:rPr>
              <a:t>Well defined process</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SDPM</a:t>
            </a:r>
          </a:p>
          <a:p>
            <a:pPr marL="457200" indent="-457200" eaLnBrk="1" hangingPunct="1">
              <a:buFont typeface="Arial" panose="020B0604020202020204" pitchFamily="34" charset="0"/>
              <a:buChar char="•"/>
            </a:pPr>
            <a:r>
              <a:rPr lang="en-US" sz="3200" b="0" dirty="0">
                <a:latin typeface="Segoe UI" pitchFamily="34" charset="0"/>
                <a:cs typeface="Segoe UI" pitchFamily="34" charset="0"/>
              </a:rPr>
              <a:t>Working group inside the organization</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PEG</a:t>
            </a:r>
          </a:p>
          <a:p>
            <a:pPr marL="457200" indent="-457200" eaLnBrk="1" hangingPunct="1">
              <a:buFont typeface="Arial" panose="020B0604020202020204" pitchFamily="34" charset="0"/>
              <a:buChar char="•"/>
            </a:pPr>
            <a:r>
              <a:rPr lang="en-US" sz="3200" b="0" dirty="0">
                <a:latin typeface="Segoe UI" pitchFamily="34" charset="0"/>
                <a:cs typeface="Segoe UI" pitchFamily="34" charset="0"/>
              </a:rPr>
              <a:t>Frame the objective(s) for metrics collection</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Covered in Intermediate SDPM Course</a:t>
            </a:r>
          </a:p>
          <a:p>
            <a:pPr marL="457200" indent="-457200" eaLnBrk="1" hangingPunct="1">
              <a:buFont typeface="Arial" panose="020B0604020202020204" pitchFamily="34" charset="0"/>
              <a:buChar char="•"/>
            </a:pPr>
            <a:r>
              <a:rPr lang="en-US" sz="3200" b="0" dirty="0">
                <a:latin typeface="Segoe UI" pitchFamily="34" charset="0"/>
                <a:cs typeface="Segoe UI" pitchFamily="34" charset="0"/>
              </a:rPr>
              <a:t>Define the metrics to be collected</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Covered in Intermediate SDPM Course</a:t>
            </a:r>
          </a:p>
          <a:p>
            <a:pPr marL="457200" indent="-457200" eaLnBrk="1" hangingPunct="1">
              <a:buFont typeface="Arial" panose="020B0604020202020204" pitchFamily="34" charset="0"/>
              <a:buChar char="•"/>
            </a:pPr>
            <a:r>
              <a:rPr lang="en-US" sz="3200" b="0" dirty="0">
                <a:latin typeface="Segoe UI" pitchFamily="34" charset="0"/>
                <a:cs typeface="Segoe UI" pitchFamily="34" charset="0"/>
              </a:rPr>
              <a:t>Guidelines for data collection</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Covered in Intermediate SDPM Course</a:t>
            </a:r>
          </a:p>
          <a:p>
            <a:pPr marL="457200" indent="-457200" eaLnBrk="1" hangingPunct="1">
              <a:buFont typeface="Arial" panose="020B0604020202020204" pitchFamily="34" charset="0"/>
              <a:buChar char="•"/>
            </a:pPr>
            <a:r>
              <a:rPr lang="en-US" sz="3200" b="0" dirty="0">
                <a:latin typeface="Segoe UI" pitchFamily="34" charset="0"/>
                <a:cs typeface="Segoe UI" pitchFamily="34" charset="0"/>
              </a:rPr>
              <a:t>Interpretation of the metrics collected</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Covered in Intermediate SDPM Course</a:t>
            </a:r>
          </a:p>
          <a:p>
            <a:pPr marL="457200" indent="-457200" eaLnBrk="1" hangingPunct="1">
              <a:buFont typeface="Arial" panose="020B0604020202020204" pitchFamily="34" charset="0"/>
              <a:buChar char="•"/>
            </a:pPr>
            <a:r>
              <a:rPr lang="en-US" sz="3200" b="0" dirty="0">
                <a:latin typeface="Segoe UI" pitchFamily="34" charset="0"/>
                <a:cs typeface="Segoe UI" pitchFamily="34" charset="0"/>
              </a:rPr>
              <a:t>Tools for automating the use of metrics.</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STAR Tool</a:t>
            </a:r>
          </a:p>
        </p:txBody>
      </p:sp>
    </p:spTree>
    <p:extLst>
      <p:ext uri="{BB962C8B-B14F-4D97-AF65-F5344CB8AC3E}">
        <p14:creationId xmlns:p14="http://schemas.microsoft.com/office/powerpoint/2010/main" val="309327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1B1B30-C215-4B11-AD8C-F7E866374E6A}"/>
              </a:ext>
            </a:extLst>
          </p:cNvPr>
          <p:cNvSpPr>
            <a:spLocks noGrp="1"/>
          </p:cNvSpPr>
          <p:nvPr>
            <p:ph type="title"/>
          </p:nvPr>
        </p:nvSpPr>
        <p:spPr>
          <a:xfrm>
            <a:off x="644951" y="607124"/>
            <a:ext cx="13340500" cy="683264"/>
          </a:xfrm>
        </p:spPr>
        <p:txBody>
          <a:bodyPr/>
          <a:lstStyle/>
          <a:p>
            <a:r>
              <a:rPr lang="en-US" dirty="0"/>
              <a:t>Objectives of  Metrics Collection</a:t>
            </a:r>
          </a:p>
        </p:txBody>
      </p:sp>
      <p:sp>
        <p:nvSpPr>
          <p:cNvPr id="6" name="Slide Number Placeholder 5"/>
          <p:cNvSpPr>
            <a:spLocks noGrp="1"/>
          </p:cNvSpPr>
          <p:nvPr>
            <p:ph type="sldNum" sz="quarter" idx="10"/>
          </p:nvPr>
        </p:nvSpPr>
        <p:spPr/>
        <p:txBody>
          <a:bodyPr/>
          <a:lstStyle/>
          <a:p>
            <a:fld id="{19A725F3-83D0-4529-A15C-9D644B8C51E0}" type="slidenum">
              <a:rPr lang="en-US" smtClean="0"/>
              <a:pPr/>
              <a:t>8</a:t>
            </a:fld>
            <a:endParaRPr lang="en-US"/>
          </a:p>
        </p:txBody>
      </p:sp>
      <p:sp>
        <p:nvSpPr>
          <p:cNvPr id="5" name="Date Placeholder 4"/>
          <p:cNvSpPr>
            <a:spLocks noGrp="1"/>
          </p:cNvSpPr>
          <p:nvPr>
            <p:ph type="dt" sz="half" idx="12"/>
          </p:nvPr>
        </p:nvSpPr>
        <p:spPr/>
        <p:txBody>
          <a:bodyPr/>
          <a:lstStyle/>
          <a:p>
            <a:fld id="{2A109463-CB8A-40A9-B4ED-61F62CB5A214}" type="datetime1">
              <a:rPr lang="en-US" smtClean="0"/>
              <a:t>1/7/2020</a:t>
            </a:fld>
            <a:endParaRPr lang="en-US" dirty="0"/>
          </a:p>
        </p:txBody>
      </p:sp>
      <p:sp>
        <p:nvSpPr>
          <p:cNvPr id="33" name="Rectangle 15"/>
          <p:cNvSpPr>
            <a:spLocks noChangeArrowheads="1"/>
          </p:cNvSpPr>
          <p:nvPr/>
        </p:nvSpPr>
        <p:spPr bwMode="auto">
          <a:xfrm>
            <a:off x="644951" y="1775946"/>
            <a:ext cx="11223902" cy="5014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r>
              <a:rPr lang="en-US" sz="3200" b="0" dirty="0">
                <a:latin typeface="Segoe UI" pitchFamily="34" charset="0"/>
                <a:cs typeface="Segoe UI" pitchFamily="34" charset="0"/>
              </a:rPr>
              <a:t>Objectives</a:t>
            </a:r>
          </a:p>
          <a:p>
            <a:pPr eaLnBrk="1" hangingPunct="1"/>
            <a:endParaRPr lang="en-US" sz="3200" b="0" dirty="0">
              <a:latin typeface="Segoe UI" pitchFamily="34" charset="0"/>
              <a:cs typeface="Segoe UI" pitchFamily="34" charset="0"/>
            </a:endParaRP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Our primary goal is to reduce the variance, i.e., make software activities more predictable</a:t>
            </a:r>
          </a:p>
          <a:p>
            <a:pPr marL="1200150" lvl="2"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Variance &lt; RE (Rework Effort)</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Our secondary goal is to increase productivity, i.e., reduce the time it takes to do the job right the first time</a:t>
            </a:r>
          </a:p>
          <a:p>
            <a:pPr marL="1200150" lvl="2"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Reduce WE (Work Effort)</a:t>
            </a: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Thereby, set new standards w.r.t Quality, Productivity &amp; Cycle time.</a:t>
            </a:r>
          </a:p>
          <a:p>
            <a:pPr eaLnBrk="1" hangingPunct="1"/>
            <a:r>
              <a:rPr lang="en-US" sz="3200" b="0" dirty="0">
                <a:latin typeface="Segoe UI" pitchFamily="34" charset="0"/>
                <a:cs typeface="Segoe UI" pitchFamily="34" charset="0"/>
              </a:rPr>
              <a:t>Objectives based on Quality Management principles</a:t>
            </a:r>
          </a:p>
          <a:p>
            <a:pPr eaLnBrk="1" hangingPunct="1"/>
            <a:endParaRPr lang="en-US" sz="3200" b="0" dirty="0">
              <a:latin typeface="Segoe UI" pitchFamily="34" charset="0"/>
              <a:cs typeface="Segoe UI" pitchFamily="34" charset="0"/>
            </a:endParaRPr>
          </a:p>
          <a:p>
            <a:pPr marL="800100" lvl="1" indent="-342900" eaLnBrk="1" hangingPunct="1">
              <a:buSzPct val="75000"/>
              <a:buFont typeface="Arial" panose="020B0604020202020204" pitchFamily="34" charset="0"/>
              <a:buChar char="•"/>
            </a:pPr>
            <a:r>
              <a:rPr lang="en-US" sz="2400" b="0" dirty="0">
                <a:solidFill>
                  <a:schemeClr val="tx1">
                    <a:tint val="75000"/>
                  </a:schemeClr>
                </a:solidFill>
                <a:latin typeface="Segoe UI" pitchFamily="34" charset="0"/>
                <a:cs typeface="Segoe UI" pitchFamily="34" charset="0"/>
              </a:rPr>
              <a:t>   Involves both increasing income and decreasing cost</a:t>
            </a:r>
          </a:p>
        </p:txBody>
      </p:sp>
    </p:spTree>
    <p:extLst>
      <p:ext uri="{BB962C8B-B14F-4D97-AF65-F5344CB8AC3E}">
        <p14:creationId xmlns:p14="http://schemas.microsoft.com/office/powerpoint/2010/main" val="1811694054"/>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547381-4B73-407C-88DF-572955AEFD62}"/>
              </a:ext>
            </a:extLst>
          </p:cNvPr>
          <p:cNvSpPr>
            <a:spLocks noGrp="1"/>
          </p:cNvSpPr>
          <p:nvPr>
            <p:ph type="title"/>
          </p:nvPr>
        </p:nvSpPr>
        <p:spPr>
          <a:xfrm>
            <a:off x="644951" y="607124"/>
            <a:ext cx="13340500" cy="683264"/>
          </a:xfrm>
        </p:spPr>
        <p:txBody>
          <a:bodyPr/>
          <a:lstStyle/>
          <a:p>
            <a:r>
              <a:rPr lang="en-US" dirty="0"/>
              <a:t>Metrics Types</a:t>
            </a:r>
          </a:p>
        </p:txBody>
      </p:sp>
      <p:sp>
        <p:nvSpPr>
          <p:cNvPr id="6" name="Slide Number Placeholder 5"/>
          <p:cNvSpPr>
            <a:spLocks noGrp="1"/>
          </p:cNvSpPr>
          <p:nvPr>
            <p:ph type="sldNum" sz="quarter" idx="10"/>
          </p:nvPr>
        </p:nvSpPr>
        <p:spPr/>
        <p:txBody>
          <a:bodyPr/>
          <a:lstStyle/>
          <a:p>
            <a:fld id="{19A725F3-83D0-4529-A15C-9D644B8C51E0}" type="slidenum">
              <a:rPr lang="en-US" smtClean="0"/>
              <a:pPr/>
              <a:t>9</a:t>
            </a:fld>
            <a:endParaRPr lang="en-US"/>
          </a:p>
        </p:txBody>
      </p:sp>
      <p:sp>
        <p:nvSpPr>
          <p:cNvPr id="5" name="Date Placeholder 4"/>
          <p:cNvSpPr>
            <a:spLocks noGrp="1"/>
          </p:cNvSpPr>
          <p:nvPr>
            <p:ph type="dt" sz="half" idx="12"/>
          </p:nvPr>
        </p:nvSpPr>
        <p:spPr/>
        <p:txBody>
          <a:bodyPr/>
          <a:lstStyle/>
          <a:p>
            <a:fld id="{B3A6EEFB-17F2-4AAF-B909-5F04CEE6D538}" type="datetime1">
              <a:rPr lang="en-US" smtClean="0"/>
              <a:t>1/7/2020</a:t>
            </a:fld>
            <a:endParaRPr lang="en-US" dirty="0"/>
          </a:p>
        </p:txBody>
      </p:sp>
      <p:sp>
        <p:nvSpPr>
          <p:cNvPr id="3" name="Rectangle 2"/>
          <p:cNvSpPr/>
          <p:nvPr/>
        </p:nvSpPr>
        <p:spPr>
          <a:xfrm>
            <a:off x="644951" y="1459383"/>
            <a:ext cx="14265275" cy="5964710"/>
          </a:xfrm>
          <a:prstGeom prst="rect">
            <a:avLst/>
          </a:prstGeom>
        </p:spPr>
        <p:txBody>
          <a:bodyPr wrap="square">
            <a:spAutoFit/>
          </a:bodyPr>
          <a:lstStyle/>
          <a:p>
            <a:pPr>
              <a:lnSpc>
                <a:spcPct val="90000"/>
              </a:lnSpc>
            </a:pPr>
            <a:r>
              <a:rPr lang="en-US" sz="3200" dirty="0">
                <a:latin typeface="Segoe UI" pitchFamily="34" charset="0"/>
                <a:cs typeface="Segoe UI" pitchFamily="34" charset="0"/>
              </a:rPr>
              <a:t>Process Metrics </a:t>
            </a:r>
          </a:p>
          <a:p>
            <a:pPr>
              <a:lnSpc>
                <a:spcPct val="90000"/>
              </a:lnSpc>
            </a:pPr>
            <a:endParaRPr lang="en-US" sz="3200" dirty="0">
              <a:latin typeface="Segoe UI" pitchFamily="34" charset="0"/>
              <a:cs typeface="Segoe UI" pitchFamily="34" charset="0"/>
            </a:endParaRPr>
          </a:p>
          <a:p>
            <a:pPr marL="800100" lvl="1" indent="-342900">
              <a:lnSpc>
                <a:spcPct val="90000"/>
              </a:lnSpc>
              <a:buSzPct val="75000"/>
              <a:buFont typeface="Arial" panose="020B0604020202020204" pitchFamily="34" charset="0"/>
              <a:buChar char="•"/>
            </a:pPr>
            <a:r>
              <a:rPr lang="en-US" sz="2400" dirty="0">
                <a:solidFill>
                  <a:schemeClr val="tx1">
                    <a:tint val="75000"/>
                  </a:schemeClr>
                </a:solidFill>
                <a:latin typeface="Segoe UI" pitchFamily="34" charset="0"/>
                <a:cs typeface="Segoe UI" pitchFamily="34" charset="0"/>
              </a:rPr>
              <a:t>Those that can be used for improving the software development process. </a:t>
            </a:r>
          </a:p>
          <a:p>
            <a:pPr marL="1200150" lvl="2" indent="-342900">
              <a:lnSpc>
                <a:spcPct val="90000"/>
              </a:lnSpc>
              <a:buSzPct val="75000"/>
              <a:buFont typeface="Arial" panose="020B0604020202020204" pitchFamily="34" charset="0"/>
              <a:buChar char="•"/>
            </a:pPr>
            <a:r>
              <a:rPr lang="en-US" sz="2400" dirty="0">
                <a:solidFill>
                  <a:schemeClr val="tx1">
                    <a:tint val="75000"/>
                  </a:schemeClr>
                </a:solidFill>
                <a:latin typeface="Segoe UI" pitchFamily="34" charset="0"/>
                <a:cs typeface="Segoe UI" pitchFamily="34" charset="0"/>
              </a:rPr>
              <a:t>Examples: Quality audit effectiveness in capturing discontinuities, efficiency of the software development process and the cost  associated with it.</a:t>
            </a:r>
          </a:p>
          <a:p>
            <a:pPr lvl="2">
              <a:lnSpc>
                <a:spcPct val="90000"/>
              </a:lnSpc>
              <a:buSzPct val="75000"/>
            </a:pPr>
            <a:endParaRPr lang="en-US" sz="2000" dirty="0">
              <a:latin typeface="Trebuchet MS" panose="020B0603020202020204" pitchFamily="34" charset="0"/>
            </a:endParaRPr>
          </a:p>
          <a:p>
            <a:pPr>
              <a:lnSpc>
                <a:spcPct val="90000"/>
              </a:lnSpc>
            </a:pPr>
            <a:r>
              <a:rPr lang="en-US" sz="3200" dirty="0">
                <a:latin typeface="Segoe UI" pitchFamily="34" charset="0"/>
                <a:cs typeface="Segoe UI" pitchFamily="34" charset="0"/>
              </a:rPr>
              <a:t>Product Metrics </a:t>
            </a:r>
          </a:p>
          <a:p>
            <a:pPr>
              <a:lnSpc>
                <a:spcPct val="90000"/>
              </a:lnSpc>
            </a:pPr>
            <a:endParaRPr lang="en-US" sz="3200" dirty="0">
              <a:latin typeface="Segoe UI" pitchFamily="34" charset="0"/>
              <a:cs typeface="Segoe UI" pitchFamily="34" charset="0"/>
            </a:endParaRPr>
          </a:p>
          <a:p>
            <a:pPr marL="800100" lvl="1" indent="-342900">
              <a:lnSpc>
                <a:spcPct val="90000"/>
              </a:lnSpc>
              <a:buSzPct val="75000"/>
              <a:buFont typeface="Arial" panose="020B0604020202020204" pitchFamily="34" charset="0"/>
              <a:buChar char="•"/>
            </a:pPr>
            <a:r>
              <a:rPr lang="en-US" sz="2400" dirty="0">
                <a:solidFill>
                  <a:schemeClr val="tx1">
                    <a:tint val="75000"/>
                  </a:schemeClr>
                </a:solidFill>
                <a:latin typeface="Segoe UI" pitchFamily="34" charset="0"/>
                <a:cs typeface="Segoe UI" pitchFamily="34" charset="0"/>
              </a:rPr>
              <a:t>Those that are used for improving the software product.</a:t>
            </a:r>
          </a:p>
          <a:p>
            <a:pPr marL="1200150" lvl="2" indent="-342900">
              <a:lnSpc>
                <a:spcPct val="90000"/>
              </a:lnSpc>
              <a:buSzPct val="75000"/>
              <a:buFont typeface="Arial" panose="020B0604020202020204" pitchFamily="34" charset="0"/>
              <a:buChar char="•"/>
            </a:pPr>
            <a:r>
              <a:rPr lang="en-US" sz="2000" dirty="0">
                <a:latin typeface="Trebuchet MS" panose="020B0603020202020204" pitchFamily="34" charset="0"/>
              </a:rPr>
              <a:t> </a:t>
            </a:r>
            <a:r>
              <a:rPr lang="en-US" sz="2400" dirty="0">
                <a:solidFill>
                  <a:schemeClr val="tx1">
                    <a:tint val="75000"/>
                  </a:schemeClr>
                </a:solidFill>
                <a:latin typeface="Segoe UI" pitchFamily="34" charset="0"/>
                <a:cs typeface="Segoe UI" pitchFamily="34" charset="0"/>
              </a:rPr>
              <a:t>Examples of such metrics include the complexity of design, size and complexity of the code etc.</a:t>
            </a:r>
          </a:p>
          <a:p>
            <a:pPr lvl="2">
              <a:lnSpc>
                <a:spcPct val="90000"/>
              </a:lnSpc>
              <a:buSzPct val="75000"/>
            </a:pPr>
            <a:endParaRPr lang="en-US" sz="2000" dirty="0">
              <a:latin typeface="Trebuchet MS" panose="020B0603020202020204" pitchFamily="34" charset="0"/>
            </a:endParaRPr>
          </a:p>
          <a:p>
            <a:pPr>
              <a:lnSpc>
                <a:spcPct val="90000"/>
              </a:lnSpc>
            </a:pPr>
            <a:r>
              <a:rPr lang="en-US" sz="3200" dirty="0">
                <a:latin typeface="Segoe UI" pitchFamily="34" charset="0"/>
                <a:cs typeface="Segoe UI" pitchFamily="34" charset="0"/>
              </a:rPr>
              <a:t>Project Metrics </a:t>
            </a:r>
          </a:p>
          <a:p>
            <a:pPr>
              <a:lnSpc>
                <a:spcPct val="90000"/>
              </a:lnSpc>
            </a:pPr>
            <a:endParaRPr lang="en-US" sz="3200" dirty="0">
              <a:latin typeface="Segoe UI" pitchFamily="34" charset="0"/>
              <a:cs typeface="Segoe UI" pitchFamily="34" charset="0"/>
            </a:endParaRPr>
          </a:p>
          <a:p>
            <a:pPr marL="800100" lvl="1" indent="-342900">
              <a:lnSpc>
                <a:spcPct val="90000"/>
              </a:lnSpc>
              <a:buSzPct val="75000"/>
              <a:buFont typeface="Arial" panose="020B0604020202020204" pitchFamily="34" charset="0"/>
              <a:buChar char="•"/>
            </a:pPr>
            <a:r>
              <a:rPr lang="en-US" sz="2400" dirty="0">
                <a:solidFill>
                  <a:schemeClr val="tx1">
                    <a:tint val="75000"/>
                  </a:schemeClr>
                </a:solidFill>
                <a:latin typeface="Segoe UI" pitchFamily="34" charset="0"/>
                <a:cs typeface="Segoe UI" pitchFamily="34" charset="0"/>
              </a:rPr>
              <a:t>Those that can be used for tracking and improving the project. </a:t>
            </a:r>
          </a:p>
          <a:p>
            <a:pPr marL="1200150" lvl="2" indent="-342900">
              <a:lnSpc>
                <a:spcPct val="90000"/>
              </a:lnSpc>
              <a:buSzPct val="75000"/>
              <a:buFont typeface="Arial" panose="020B0604020202020204" pitchFamily="34" charset="0"/>
              <a:buChar char="•"/>
            </a:pPr>
            <a:r>
              <a:rPr lang="en-US" sz="2400" dirty="0">
                <a:solidFill>
                  <a:schemeClr val="tx1">
                    <a:tint val="75000"/>
                  </a:schemeClr>
                </a:solidFill>
                <a:latin typeface="Segoe UI" pitchFamily="34" charset="0"/>
                <a:cs typeface="Segoe UI" pitchFamily="34" charset="0"/>
              </a:rPr>
              <a:t>Examples of such include the number of software developers, the  resource allocation per SDLC phase, amount of design reuse achieved in the project etc.</a:t>
            </a:r>
          </a:p>
        </p:txBody>
      </p:sp>
    </p:spTree>
    <p:extLst>
      <p:ext uri="{BB962C8B-B14F-4D97-AF65-F5344CB8AC3E}">
        <p14:creationId xmlns:p14="http://schemas.microsoft.com/office/powerpoint/2010/main" val="2998204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945772C-67F3-4F67-B29E-E3DF2E8F9106}"/>
              </a:ext>
            </a:extLst>
          </p:cNvPr>
          <p:cNvSpPr>
            <a:spLocks noGrp="1"/>
          </p:cNvSpPr>
          <p:nvPr>
            <p:ph type="title"/>
          </p:nvPr>
        </p:nvSpPr>
        <p:spPr>
          <a:xfrm>
            <a:off x="644951" y="607124"/>
            <a:ext cx="13340500" cy="683264"/>
          </a:xfrm>
        </p:spPr>
        <p:txBody>
          <a:bodyPr/>
          <a:lstStyle/>
          <a:p>
            <a:r>
              <a:rPr lang="en-US" dirty="0"/>
              <a:t>We’re Only Human</a:t>
            </a:r>
          </a:p>
        </p:txBody>
      </p:sp>
      <p:sp>
        <p:nvSpPr>
          <p:cNvPr id="6" name="Slide Number Placeholder 5"/>
          <p:cNvSpPr>
            <a:spLocks noGrp="1"/>
          </p:cNvSpPr>
          <p:nvPr>
            <p:ph type="sldNum" sz="quarter" idx="10"/>
          </p:nvPr>
        </p:nvSpPr>
        <p:spPr/>
        <p:txBody>
          <a:bodyPr/>
          <a:lstStyle/>
          <a:p>
            <a:fld id="{19A725F3-83D0-4529-A15C-9D644B8C51E0}" type="slidenum">
              <a:rPr lang="en-US" smtClean="0"/>
              <a:pPr/>
              <a:t>10</a:t>
            </a:fld>
            <a:endParaRPr lang="en-US"/>
          </a:p>
        </p:txBody>
      </p:sp>
      <p:sp>
        <p:nvSpPr>
          <p:cNvPr id="5" name="Date Placeholder 4"/>
          <p:cNvSpPr>
            <a:spLocks noGrp="1"/>
          </p:cNvSpPr>
          <p:nvPr>
            <p:ph type="dt" sz="half" idx="12"/>
          </p:nvPr>
        </p:nvSpPr>
        <p:spPr/>
        <p:txBody>
          <a:bodyPr/>
          <a:lstStyle/>
          <a:p>
            <a:fld id="{B7500DC4-1991-4EB4-BD47-955720CE1B83}" type="datetime1">
              <a:rPr lang="en-US" smtClean="0"/>
              <a:t>1/7/2020</a:t>
            </a:fld>
            <a:endParaRPr lang="en-US" dirty="0"/>
          </a:p>
        </p:txBody>
      </p:sp>
      <p:sp>
        <p:nvSpPr>
          <p:cNvPr id="4" name="Content Placeholder 3"/>
          <p:cNvSpPr>
            <a:spLocks noGrp="1"/>
          </p:cNvSpPr>
          <p:nvPr>
            <p:ph sz="quarter" idx="4294967295"/>
          </p:nvPr>
        </p:nvSpPr>
        <p:spPr>
          <a:xfrm>
            <a:off x="644951" y="1631861"/>
            <a:ext cx="13382625" cy="5619750"/>
          </a:xfrm>
        </p:spPr>
        <p:txBody>
          <a:bodyPr/>
          <a:lstStyle/>
          <a:p>
            <a:pPr algn="just"/>
            <a:r>
              <a:rPr lang="en-US" sz="3300" dirty="0"/>
              <a:t>Software is produced in the human mind. Processes, tools, techniques, etc. can only aid us in this highly complex human endeavor - and being human, we make mistakes. But following the rules of Screens can help us improve on our end result. Try this exercise. Put down your pen or pencil. Now count the number of times the letter “e” appears in this paragraph. And make a note.</a:t>
            </a:r>
          </a:p>
          <a:p>
            <a:pPr algn="just"/>
            <a:endParaRPr lang="en-US" dirty="0">
              <a:solidFill>
                <a:schemeClr val="tx1">
                  <a:tint val="75000"/>
                </a:schemeClr>
              </a:solidFill>
            </a:endParaRPr>
          </a:p>
        </p:txBody>
      </p:sp>
    </p:spTree>
    <p:extLst>
      <p:ext uri="{BB962C8B-B14F-4D97-AF65-F5344CB8AC3E}">
        <p14:creationId xmlns:p14="http://schemas.microsoft.com/office/powerpoint/2010/main" val="3293908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728FD5-FE41-4BED-B014-971CA1F14F83}"/>
              </a:ext>
            </a:extLst>
          </p:cNvPr>
          <p:cNvSpPr>
            <a:spLocks noGrp="1"/>
          </p:cNvSpPr>
          <p:nvPr>
            <p:ph type="title"/>
          </p:nvPr>
        </p:nvSpPr>
        <p:spPr>
          <a:xfrm>
            <a:off x="644951" y="607124"/>
            <a:ext cx="13340500" cy="683264"/>
          </a:xfrm>
        </p:spPr>
        <p:txBody>
          <a:bodyPr/>
          <a:lstStyle/>
          <a:p>
            <a:r>
              <a:rPr lang="en-US" dirty="0"/>
              <a:t>We’re Only Human</a:t>
            </a:r>
          </a:p>
        </p:txBody>
      </p:sp>
      <p:sp>
        <p:nvSpPr>
          <p:cNvPr id="6" name="Slide Number Placeholder 5"/>
          <p:cNvSpPr>
            <a:spLocks noGrp="1"/>
          </p:cNvSpPr>
          <p:nvPr>
            <p:ph type="sldNum" sz="quarter" idx="10"/>
          </p:nvPr>
        </p:nvSpPr>
        <p:spPr/>
        <p:txBody>
          <a:bodyPr/>
          <a:lstStyle/>
          <a:p>
            <a:fld id="{19A725F3-83D0-4529-A15C-9D644B8C51E0}" type="slidenum">
              <a:rPr lang="en-US" smtClean="0"/>
              <a:pPr/>
              <a:t>11</a:t>
            </a:fld>
            <a:endParaRPr lang="en-US"/>
          </a:p>
        </p:txBody>
      </p:sp>
      <p:sp>
        <p:nvSpPr>
          <p:cNvPr id="5" name="Date Placeholder 4"/>
          <p:cNvSpPr>
            <a:spLocks noGrp="1"/>
          </p:cNvSpPr>
          <p:nvPr>
            <p:ph type="dt" sz="half" idx="12"/>
          </p:nvPr>
        </p:nvSpPr>
        <p:spPr/>
        <p:txBody>
          <a:bodyPr/>
          <a:lstStyle/>
          <a:p>
            <a:fld id="{A73CA042-8B73-4C8F-A810-C7EF8F7DA45A}" type="datetime1">
              <a:rPr lang="en-US" smtClean="0"/>
              <a:t>1/7/2020</a:t>
            </a:fld>
            <a:endParaRPr lang="en-US" dirty="0"/>
          </a:p>
        </p:txBody>
      </p:sp>
      <p:sp>
        <p:nvSpPr>
          <p:cNvPr id="4" name="Content Placeholder 3"/>
          <p:cNvSpPr>
            <a:spLocks noGrp="1"/>
          </p:cNvSpPr>
          <p:nvPr>
            <p:ph sz="quarter" idx="4294967295"/>
          </p:nvPr>
        </p:nvSpPr>
        <p:spPr>
          <a:xfrm>
            <a:off x="644951" y="1631861"/>
            <a:ext cx="13382625" cy="5619750"/>
          </a:xfrm>
        </p:spPr>
        <p:txBody>
          <a:bodyPr>
            <a:normAutofit/>
          </a:bodyPr>
          <a:lstStyle/>
          <a:p>
            <a:pPr algn="just"/>
            <a:r>
              <a:rPr lang="en-US" sz="3300" dirty="0"/>
              <a:t>Software is produced in the human mind. Processes, tools, techniques, etc. can only aid us in this highly complex human endeavor - and being human, we make mistakes. But following the rules of Screens can help us improve on our end result. Try this exercise. Put down your pen or pencil. Now count the number of times the letter “e” appears in this paragraph. And make a note.</a:t>
            </a:r>
          </a:p>
        </p:txBody>
      </p:sp>
    </p:spTree>
    <p:extLst>
      <p:ext uri="{BB962C8B-B14F-4D97-AF65-F5344CB8AC3E}">
        <p14:creationId xmlns:p14="http://schemas.microsoft.com/office/powerpoint/2010/main" val="273852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0E121162-B443-4B9B-B127-A4CCFDFD016D}"/>
              </a:ext>
            </a:extLst>
          </p:cNvPr>
          <p:cNvSpPr>
            <a:spLocks noGrp="1"/>
          </p:cNvSpPr>
          <p:nvPr>
            <p:ph type="title"/>
          </p:nvPr>
        </p:nvSpPr>
        <p:spPr>
          <a:xfrm>
            <a:off x="644951" y="607124"/>
            <a:ext cx="13340500" cy="683264"/>
          </a:xfrm>
        </p:spPr>
        <p:txBody>
          <a:bodyPr/>
          <a:lstStyle/>
          <a:p>
            <a:r>
              <a:rPr lang="en-US" altLang="en-US" dirty="0"/>
              <a:t>STAR Process</a:t>
            </a:r>
            <a:r>
              <a:rPr lang="en-US" dirty="0"/>
              <a:t>	</a:t>
            </a:r>
          </a:p>
        </p:txBody>
      </p:sp>
      <p:sp>
        <p:nvSpPr>
          <p:cNvPr id="4" name="Slide Number Placeholder 3"/>
          <p:cNvSpPr>
            <a:spLocks noGrp="1"/>
          </p:cNvSpPr>
          <p:nvPr>
            <p:ph type="sldNum" sz="quarter" idx="10"/>
          </p:nvPr>
        </p:nvSpPr>
        <p:spPr/>
        <p:txBody>
          <a:bodyPr/>
          <a:lstStyle/>
          <a:p>
            <a:fld id="{19A725F3-83D0-4529-A15C-9D644B8C51E0}" type="slidenum">
              <a:rPr lang="en-US" smtClean="0"/>
              <a:pPr/>
              <a:t>12</a:t>
            </a:fld>
            <a:endParaRPr lang="en-US"/>
          </a:p>
        </p:txBody>
      </p:sp>
      <p:sp>
        <p:nvSpPr>
          <p:cNvPr id="3" name="Date Placeholder 2"/>
          <p:cNvSpPr>
            <a:spLocks noGrp="1"/>
          </p:cNvSpPr>
          <p:nvPr>
            <p:ph type="dt" sz="half" idx="12"/>
          </p:nvPr>
        </p:nvSpPr>
        <p:spPr/>
        <p:txBody>
          <a:bodyPr/>
          <a:lstStyle/>
          <a:p>
            <a:fld id="{CBA6632F-3FE1-49DF-8A79-AF88E04265D4}" type="datetime1">
              <a:rPr lang="en-US" smtClean="0"/>
              <a:t>1/7/2020</a:t>
            </a:fld>
            <a:endParaRPr lang="en-US" dirty="0"/>
          </a:p>
        </p:txBody>
      </p:sp>
      <p:sp>
        <p:nvSpPr>
          <p:cNvPr id="5" name="Rectangle 3"/>
          <p:cNvSpPr>
            <a:spLocks noChangeArrowheads="1"/>
          </p:cNvSpPr>
          <p:nvPr/>
        </p:nvSpPr>
        <p:spPr bwMode="auto">
          <a:xfrm>
            <a:off x="523875" y="1571625"/>
            <a:ext cx="5270546" cy="597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marL="489833" indent="-489833" eaLnBrk="1" hangingPunct="1">
              <a:spcBef>
                <a:spcPct val="20000"/>
              </a:spcBef>
              <a:buFont typeface="Arial" pitchFamily="34" charset="0"/>
              <a:buChar char="•"/>
            </a:pPr>
            <a:r>
              <a:rPr lang="en-US" altLang="en-US" sz="3300" b="0" dirty="0">
                <a:latin typeface="Segoe UI" pitchFamily="34" charset="0"/>
                <a:cs typeface="Segoe UI" pitchFamily="34" charset="0"/>
              </a:rPr>
              <a:t>Uniphase Measurements</a:t>
            </a:r>
          </a:p>
        </p:txBody>
      </p:sp>
      <p:grpSp>
        <p:nvGrpSpPr>
          <p:cNvPr id="6" name="Group 22"/>
          <p:cNvGrpSpPr>
            <a:grpSpLocks/>
          </p:cNvGrpSpPr>
          <p:nvPr/>
        </p:nvGrpSpPr>
        <p:grpSpPr bwMode="auto">
          <a:xfrm>
            <a:off x="730250" y="2921000"/>
            <a:ext cx="4406900" cy="3397250"/>
            <a:chOff x="436" y="1444"/>
            <a:chExt cx="2776" cy="2140"/>
          </a:xfrm>
        </p:grpSpPr>
        <p:sp>
          <p:nvSpPr>
            <p:cNvPr id="8" name="Oval 4"/>
            <p:cNvSpPr>
              <a:spLocks noChangeArrowheads="1"/>
            </p:cNvSpPr>
            <p:nvPr/>
          </p:nvSpPr>
          <p:spPr bwMode="auto">
            <a:xfrm>
              <a:off x="436" y="2119"/>
              <a:ext cx="499" cy="539"/>
            </a:xfrm>
            <a:prstGeom prst="ellipse">
              <a:avLst/>
            </a:prstGeom>
            <a:solidFill>
              <a:srgbClr val="C1CEFF"/>
            </a:solidFill>
            <a:ln w="12700">
              <a:solidFill>
                <a:schemeClr val="tx1"/>
              </a:solidFill>
              <a:round/>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ltLang="en-US"/>
            </a:p>
          </p:txBody>
        </p:sp>
        <p:sp>
          <p:nvSpPr>
            <p:cNvPr id="9" name="Rectangle 5"/>
            <p:cNvSpPr>
              <a:spLocks noChangeArrowheads="1"/>
            </p:cNvSpPr>
            <p:nvPr/>
          </p:nvSpPr>
          <p:spPr bwMode="auto">
            <a:xfrm>
              <a:off x="1321" y="2256"/>
              <a:ext cx="752" cy="402"/>
            </a:xfrm>
            <a:prstGeom prst="rect">
              <a:avLst/>
            </a:prstGeom>
            <a:solidFill>
              <a:srgbClr val="C1CEFF"/>
            </a:solidFill>
            <a:ln w="12700">
              <a:solidFill>
                <a:schemeClr val="tx1"/>
              </a:solidFill>
              <a:miter lim="800000"/>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ltLang="en-US"/>
            </a:p>
          </p:txBody>
        </p:sp>
        <p:sp>
          <p:nvSpPr>
            <p:cNvPr id="10" name="Rectangle 6"/>
            <p:cNvSpPr>
              <a:spLocks noChangeArrowheads="1"/>
            </p:cNvSpPr>
            <p:nvPr/>
          </p:nvSpPr>
          <p:spPr bwMode="auto">
            <a:xfrm>
              <a:off x="2461" y="2256"/>
              <a:ext cx="751" cy="402"/>
            </a:xfrm>
            <a:prstGeom prst="rect">
              <a:avLst/>
            </a:prstGeom>
            <a:solidFill>
              <a:srgbClr val="C1CEFF"/>
            </a:solidFill>
            <a:ln w="12700">
              <a:solidFill>
                <a:schemeClr val="tx1"/>
              </a:solidFill>
              <a:miter lim="800000"/>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ltLang="en-US"/>
            </a:p>
          </p:txBody>
        </p:sp>
        <p:sp>
          <p:nvSpPr>
            <p:cNvPr id="11" name="Oval 7"/>
            <p:cNvSpPr>
              <a:spLocks noChangeArrowheads="1"/>
            </p:cNvSpPr>
            <p:nvPr/>
          </p:nvSpPr>
          <p:spPr bwMode="auto">
            <a:xfrm>
              <a:off x="2587" y="1848"/>
              <a:ext cx="500" cy="537"/>
            </a:xfrm>
            <a:prstGeom prst="ellipse">
              <a:avLst/>
            </a:prstGeom>
            <a:solidFill>
              <a:srgbClr val="C1CEFF"/>
            </a:solidFill>
            <a:ln w="12700">
              <a:solidFill>
                <a:schemeClr val="tx1"/>
              </a:solidFill>
              <a:round/>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ltLang="en-US"/>
            </a:p>
          </p:txBody>
        </p:sp>
        <p:sp>
          <p:nvSpPr>
            <p:cNvPr id="12" name="Line 8"/>
            <p:cNvSpPr>
              <a:spLocks noChangeShapeType="1"/>
            </p:cNvSpPr>
            <p:nvPr/>
          </p:nvSpPr>
          <p:spPr bwMode="auto">
            <a:xfrm flipH="1">
              <a:off x="939" y="2389"/>
              <a:ext cx="37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9"/>
            <p:cNvSpPr>
              <a:spLocks noChangeShapeType="1"/>
            </p:cNvSpPr>
            <p:nvPr/>
          </p:nvSpPr>
          <p:spPr bwMode="auto">
            <a:xfrm flipH="1">
              <a:off x="939" y="2526"/>
              <a:ext cx="37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Oval 10"/>
            <p:cNvSpPr>
              <a:spLocks noChangeArrowheads="1"/>
            </p:cNvSpPr>
            <p:nvPr/>
          </p:nvSpPr>
          <p:spPr bwMode="auto">
            <a:xfrm>
              <a:off x="1448" y="1444"/>
              <a:ext cx="502" cy="539"/>
            </a:xfrm>
            <a:prstGeom prst="ellipse">
              <a:avLst/>
            </a:prstGeom>
            <a:solidFill>
              <a:srgbClr val="C1CEFF"/>
            </a:solidFill>
            <a:ln w="12700">
              <a:solidFill>
                <a:schemeClr val="tx1"/>
              </a:solidFill>
              <a:round/>
              <a:headEnd/>
              <a:tailEnd/>
            </a:ln>
          </p:spPr>
          <p:txBody>
            <a:bodyPr wrap="none"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endParaRPr lang="en-US" altLang="en-US"/>
            </a:p>
          </p:txBody>
        </p:sp>
        <p:sp>
          <p:nvSpPr>
            <p:cNvPr id="15" name="Line 11"/>
            <p:cNvSpPr>
              <a:spLocks noChangeShapeType="1"/>
            </p:cNvSpPr>
            <p:nvPr/>
          </p:nvSpPr>
          <p:spPr bwMode="auto">
            <a:xfrm>
              <a:off x="2077" y="2389"/>
              <a:ext cx="38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12"/>
            <p:cNvSpPr>
              <a:spLocks noChangeShapeType="1"/>
            </p:cNvSpPr>
            <p:nvPr/>
          </p:nvSpPr>
          <p:spPr bwMode="auto">
            <a:xfrm>
              <a:off x="685" y="2799"/>
              <a:ext cx="215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13"/>
            <p:cNvSpPr>
              <a:spLocks noChangeShapeType="1"/>
            </p:cNvSpPr>
            <p:nvPr/>
          </p:nvSpPr>
          <p:spPr bwMode="auto">
            <a:xfrm flipV="1">
              <a:off x="685" y="2660"/>
              <a:ext cx="0" cy="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14"/>
            <p:cNvSpPr>
              <a:spLocks noChangeShapeType="1"/>
            </p:cNvSpPr>
            <p:nvPr/>
          </p:nvSpPr>
          <p:spPr bwMode="auto">
            <a:xfrm flipV="1">
              <a:off x="2836" y="2660"/>
              <a:ext cx="0" cy="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Line 15"/>
            <p:cNvSpPr>
              <a:spLocks noChangeShapeType="1"/>
            </p:cNvSpPr>
            <p:nvPr/>
          </p:nvSpPr>
          <p:spPr bwMode="auto">
            <a:xfrm>
              <a:off x="1694" y="1991"/>
              <a:ext cx="5" cy="261"/>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16"/>
            <p:cNvSpPr>
              <a:spLocks noChangeShapeType="1"/>
            </p:cNvSpPr>
            <p:nvPr/>
          </p:nvSpPr>
          <p:spPr bwMode="auto">
            <a:xfrm flipH="1">
              <a:off x="914" y="1902"/>
              <a:ext cx="605" cy="34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17"/>
            <p:cNvSpPr>
              <a:spLocks noChangeShapeType="1"/>
            </p:cNvSpPr>
            <p:nvPr/>
          </p:nvSpPr>
          <p:spPr bwMode="auto">
            <a:xfrm>
              <a:off x="1954" y="1848"/>
              <a:ext cx="557" cy="39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Rectangle 18"/>
            <p:cNvSpPr>
              <a:spLocks noChangeArrowheads="1"/>
            </p:cNvSpPr>
            <p:nvPr/>
          </p:nvSpPr>
          <p:spPr bwMode="auto">
            <a:xfrm>
              <a:off x="545" y="2830"/>
              <a:ext cx="44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r>
                <a:rPr lang="en-US" altLang="en-US" sz="2400" b="0" dirty="0">
                  <a:latin typeface="+mj-lt"/>
                </a:rPr>
                <a:t>W</a:t>
              </a:r>
            </a:p>
            <a:p>
              <a:r>
                <a:rPr lang="en-US" altLang="en-US" sz="2400" b="0" dirty="0">
                  <a:latin typeface="+mj-lt"/>
                </a:rPr>
                <a:t>WE </a:t>
              </a:r>
            </a:p>
            <a:p>
              <a:r>
                <a:rPr lang="en-US" altLang="en-US" sz="2400" b="0" dirty="0">
                  <a:latin typeface="+mj-lt"/>
                </a:rPr>
                <a:t>RE</a:t>
              </a:r>
            </a:p>
          </p:txBody>
        </p:sp>
        <p:sp>
          <p:nvSpPr>
            <p:cNvPr id="23" name="Rectangle 19"/>
            <p:cNvSpPr>
              <a:spLocks noChangeArrowheads="1"/>
            </p:cNvSpPr>
            <p:nvPr/>
          </p:nvSpPr>
          <p:spPr bwMode="auto">
            <a:xfrm>
              <a:off x="1473" y="2830"/>
              <a:ext cx="872"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r>
                <a:rPr lang="en-US" altLang="en-US" sz="2400" b="0">
                  <a:latin typeface="+mj-lt"/>
                </a:rPr>
                <a:t>DF</a:t>
              </a:r>
              <a:endParaRPr lang="en-US" altLang="en-US" sz="2000" b="0">
                <a:latin typeface="+mj-lt"/>
              </a:endParaRPr>
            </a:p>
            <a:p>
              <a:r>
                <a:rPr lang="en-US" altLang="en-US" sz="2400" b="0">
                  <a:latin typeface="+mj-lt"/>
                </a:rPr>
                <a:t>DE </a:t>
              </a:r>
            </a:p>
          </p:txBody>
        </p:sp>
        <p:sp>
          <p:nvSpPr>
            <p:cNvPr id="24" name="Rectangle 20"/>
            <p:cNvSpPr>
              <a:spLocks noChangeArrowheads="1"/>
            </p:cNvSpPr>
            <p:nvPr/>
          </p:nvSpPr>
          <p:spPr bwMode="auto">
            <a:xfrm>
              <a:off x="2635" y="2830"/>
              <a:ext cx="384"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r>
                <a:rPr lang="en-US" altLang="en-US" sz="2400" b="0" dirty="0">
                  <a:latin typeface="+mj-lt"/>
                </a:rPr>
                <a:t>FC </a:t>
              </a:r>
            </a:p>
            <a:p>
              <a:r>
                <a:rPr lang="en-US" altLang="en-US" sz="2400" b="0" dirty="0">
                  <a:latin typeface="+mj-lt"/>
                </a:rPr>
                <a:t>UC</a:t>
              </a:r>
            </a:p>
          </p:txBody>
        </p:sp>
        <p:sp>
          <p:nvSpPr>
            <p:cNvPr id="25" name="Line 21"/>
            <p:cNvSpPr>
              <a:spLocks noChangeShapeType="1"/>
            </p:cNvSpPr>
            <p:nvPr/>
          </p:nvSpPr>
          <p:spPr bwMode="auto">
            <a:xfrm>
              <a:off x="1920" y="3216"/>
              <a:ext cx="554" cy="18"/>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6" name="Rectangle 23"/>
          <p:cNvSpPr>
            <a:spLocks noChangeArrowheads="1"/>
          </p:cNvSpPr>
          <p:nvPr/>
        </p:nvSpPr>
        <p:spPr bwMode="auto">
          <a:xfrm>
            <a:off x="8353424" y="1756353"/>
            <a:ext cx="5271136" cy="536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nSpc>
                <a:spcPct val="90000"/>
              </a:lnSpc>
              <a:spcBef>
                <a:spcPct val="50000"/>
              </a:spcBef>
            </a:pPr>
            <a:r>
              <a:rPr lang="en-US" altLang="en-US" sz="3300" b="0" dirty="0">
                <a:latin typeface="Segoe UI" pitchFamily="34" charset="0"/>
                <a:cs typeface="Segoe UI" pitchFamily="34" charset="0"/>
              </a:rPr>
              <a:t>W = WE + RE</a:t>
            </a:r>
          </a:p>
          <a:p>
            <a:pPr>
              <a:lnSpc>
                <a:spcPct val="90000"/>
              </a:lnSpc>
              <a:spcBef>
                <a:spcPct val="50000"/>
              </a:spcBef>
            </a:pPr>
            <a:r>
              <a:rPr lang="en-US" altLang="en-US" sz="3300" b="0" dirty="0">
                <a:latin typeface="Segoe UI" pitchFamily="34" charset="0"/>
                <a:cs typeface="Segoe UI" pitchFamily="34" charset="0"/>
              </a:rPr>
              <a:t>WE - Work Effort</a:t>
            </a:r>
          </a:p>
          <a:p>
            <a:pPr>
              <a:lnSpc>
                <a:spcPct val="90000"/>
              </a:lnSpc>
              <a:spcBef>
                <a:spcPct val="50000"/>
              </a:spcBef>
            </a:pPr>
            <a:r>
              <a:rPr lang="en-US" altLang="en-US" sz="3300" b="0" dirty="0">
                <a:latin typeface="Segoe UI" pitchFamily="34" charset="0"/>
                <a:cs typeface="Segoe UI" pitchFamily="34" charset="0"/>
              </a:rPr>
              <a:t>RE - Rework Effort</a:t>
            </a:r>
          </a:p>
          <a:p>
            <a:pPr>
              <a:lnSpc>
                <a:spcPct val="90000"/>
              </a:lnSpc>
              <a:spcBef>
                <a:spcPct val="50000"/>
              </a:spcBef>
            </a:pPr>
            <a:r>
              <a:rPr lang="en-US" altLang="en-US" sz="3300" b="0" dirty="0">
                <a:latin typeface="Segoe UI" pitchFamily="34" charset="0"/>
                <a:cs typeface="Segoe UI" pitchFamily="34" charset="0"/>
              </a:rPr>
              <a:t>DF - Discontinuities Found</a:t>
            </a:r>
          </a:p>
          <a:p>
            <a:pPr>
              <a:lnSpc>
                <a:spcPct val="90000"/>
              </a:lnSpc>
              <a:spcBef>
                <a:spcPct val="50000"/>
              </a:spcBef>
            </a:pPr>
            <a:r>
              <a:rPr lang="en-US" altLang="en-US" sz="3300" b="0" dirty="0">
                <a:latin typeface="Segoe UI" pitchFamily="34" charset="0"/>
                <a:cs typeface="Segoe UI" pitchFamily="34" charset="0"/>
              </a:rPr>
              <a:t>DE - Discontinuities Escaped</a:t>
            </a:r>
          </a:p>
          <a:p>
            <a:pPr>
              <a:lnSpc>
                <a:spcPct val="90000"/>
              </a:lnSpc>
              <a:spcBef>
                <a:spcPct val="50000"/>
              </a:spcBef>
            </a:pPr>
            <a:r>
              <a:rPr lang="en-US" altLang="en-US" sz="3300" b="0" dirty="0">
                <a:latin typeface="Segoe UI" pitchFamily="34" charset="0"/>
                <a:cs typeface="Segoe UI" pitchFamily="34" charset="0"/>
              </a:rPr>
              <a:t>FC - Forced Changes</a:t>
            </a:r>
          </a:p>
          <a:p>
            <a:pPr>
              <a:lnSpc>
                <a:spcPct val="90000"/>
              </a:lnSpc>
              <a:spcBef>
                <a:spcPct val="50000"/>
              </a:spcBef>
            </a:pPr>
            <a:r>
              <a:rPr lang="en-US" altLang="en-US" sz="3300" b="0" dirty="0">
                <a:latin typeface="Segoe UI" pitchFamily="34" charset="0"/>
                <a:cs typeface="Segoe UI" pitchFamily="34" charset="0"/>
              </a:rPr>
              <a:t>UC - Unforced Changes</a:t>
            </a:r>
          </a:p>
        </p:txBody>
      </p:sp>
    </p:spTree>
    <p:extLst>
      <p:ext uri="{BB962C8B-B14F-4D97-AF65-F5344CB8AC3E}">
        <p14:creationId xmlns:p14="http://schemas.microsoft.com/office/powerpoint/2010/main" val="1685026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6F25F8-C8B8-4005-9200-DCFEDA54036E}"/>
              </a:ext>
            </a:extLst>
          </p:cNvPr>
          <p:cNvSpPr>
            <a:spLocks noGrp="1"/>
          </p:cNvSpPr>
          <p:nvPr>
            <p:ph type="title"/>
          </p:nvPr>
        </p:nvSpPr>
        <p:spPr>
          <a:xfrm>
            <a:off x="644951" y="607124"/>
            <a:ext cx="13340500" cy="683264"/>
          </a:xfrm>
        </p:spPr>
        <p:txBody>
          <a:bodyPr/>
          <a:lstStyle/>
          <a:p>
            <a:r>
              <a:rPr lang="en-US" altLang="en-US" dirty="0"/>
              <a:t>Software Metrics</a:t>
            </a:r>
            <a:endParaRPr lang="en-US" dirty="0"/>
          </a:p>
        </p:txBody>
      </p:sp>
      <p:sp>
        <p:nvSpPr>
          <p:cNvPr id="6" name="Slide Number Placeholder 5"/>
          <p:cNvSpPr>
            <a:spLocks noGrp="1"/>
          </p:cNvSpPr>
          <p:nvPr>
            <p:ph type="sldNum" sz="quarter" idx="10"/>
          </p:nvPr>
        </p:nvSpPr>
        <p:spPr/>
        <p:txBody>
          <a:bodyPr/>
          <a:lstStyle/>
          <a:p>
            <a:fld id="{19A725F3-83D0-4529-A15C-9D644B8C51E0}" type="slidenum">
              <a:rPr lang="en-US" smtClean="0"/>
              <a:pPr/>
              <a:t>13</a:t>
            </a:fld>
            <a:endParaRPr lang="en-US"/>
          </a:p>
        </p:txBody>
      </p:sp>
      <p:sp>
        <p:nvSpPr>
          <p:cNvPr id="5" name="Date Placeholder 4"/>
          <p:cNvSpPr>
            <a:spLocks noGrp="1"/>
          </p:cNvSpPr>
          <p:nvPr>
            <p:ph type="dt" sz="half" idx="12"/>
          </p:nvPr>
        </p:nvSpPr>
        <p:spPr/>
        <p:txBody>
          <a:bodyPr/>
          <a:lstStyle/>
          <a:p>
            <a:fld id="{5E5081A6-9DDD-4356-AE69-6C00767C3366}" type="datetime1">
              <a:rPr lang="en-US" smtClean="0"/>
              <a:t>1/7/2020</a:t>
            </a:fld>
            <a:endParaRPr lang="en-US" dirty="0"/>
          </a:p>
        </p:txBody>
      </p:sp>
      <p:sp>
        <p:nvSpPr>
          <p:cNvPr id="4" name="Content Placeholder 3"/>
          <p:cNvSpPr>
            <a:spLocks noGrp="1"/>
          </p:cNvSpPr>
          <p:nvPr>
            <p:ph sz="quarter" idx="4294967295"/>
          </p:nvPr>
        </p:nvSpPr>
        <p:spPr>
          <a:xfrm>
            <a:off x="644951" y="1631861"/>
            <a:ext cx="13382625" cy="5619750"/>
          </a:xfrm>
        </p:spPr>
        <p:txBody>
          <a:bodyPr>
            <a:normAutofit/>
          </a:bodyPr>
          <a:lstStyle/>
          <a:p>
            <a:r>
              <a:rPr lang="en-US" altLang="en-US" sz="3300" dirty="0"/>
              <a:t>Myths</a:t>
            </a:r>
          </a:p>
          <a:p>
            <a:pPr marL="1175604" lvl="1" indent="-342900">
              <a:lnSpc>
                <a:spcPct val="90000"/>
              </a:lnSpc>
              <a:buSzPct val="75000"/>
              <a:buFont typeface="Arial" panose="020B0604020202020204" pitchFamily="34" charset="0"/>
              <a:buChar char="•"/>
            </a:pPr>
            <a:r>
              <a:rPr lang="en-US" altLang="en-US" dirty="0">
                <a:solidFill>
                  <a:schemeClr val="tx1">
                    <a:tint val="75000"/>
                  </a:schemeClr>
                </a:solidFill>
              </a:rPr>
              <a:t>Useless and an expensive exercise in pointless data collection. </a:t>
            </a:r>
          </a:p>
          <a:p>
            <a:pPr marL="1747076" lvl="2" indent="-342900">
              <a:lnSpc>
                <a:spcPct val="90000"/>
              </a:lnSpc>
              <a:buSzPct val="75000"/>
            </a:pPr>
            <a:r>
              <a:rPr lang="en-US" altLang="en-US" dirty="0">
                <a:solidFill>
                  <a:schemeClr val="tx1">
                    <a:tint val="75000"/>
                  </a:schemeClr>
                </a:solidFill>
              </a:rPr>
              <a:t>Expensive and useless if collected without any objective </a:t>
            </a:r>
          </a:p>
          <a:p>
            <a:r>
              <a:rPr lang="en-US" altLang="en-US" sz="3300" dirty="0"/>
              <a:t>Software metrics must be defined with their intent in mind. </a:t>
            </a:r>
          </a:p>
          <a:p>
            <a:pPr marL="1747076" lvl="2" indent="-342900">
              <a:lnSpc>
                <a:spcPct val="90000"/>
              </a:lnSpc>
              <a:buSzPct val="75000"/>
            </a:pPr>
            <a:r>
              <a:rPr lang="en-US" altLang="en-US" dirty="0">
                <a:solidFill>
                  <a:schemeClr val="tx1">
                    <a:tint val="75000"/>
                  </a:schemeClr>
                </a:solidFill>
              </a:rPr>
              <a:t>Goal oriented measurement (metrics collection) provides </a:t>
            </a:r>
          </a:p>
          <a:p>
            <a:pPr marL="2400186" lvl="3" indent="-342900">
              <a:lnSpc>
                <a:spcPct val="90000"/>
              </a:lnSpc>
              <a:buSzPct val="75000"/>
              <a:buFont typeface="Arial" panose="020B0604020202020204" pitchFamily="34" charset="0"/>
              <a:buChar char="•"/>
            </a:pPr>
            <a:r>
              <a:rPr lang="en-US" altLang="en-US" dirty="0">
                <a:solidFill>
                  <a:schemeClr val="tx1">
                    <a:tint val="75000"/>
                  </a:schemeClr>
                </a:solidFill>
              </a:rPr>
              <a:t>Metric definitions</a:t>
            </a:r>
          </a:p>
          <a:p>
            <a:pPr marL="2400186" lvl="3" indent="-342900">
              <a:lnSpc>
                <a:spcPct val="90000"/>
              </a:lnSpc>
              <a:buSzPct val="75000"/>
              <a:buFont typeface="Arial" panose="020B0604020202020204" pitchFamily="34" charset="0"/>
              <a:buChar char="•"/>
            </a:pPr>
            <a:r>
              <a:rPr lang="en-US" altLang="en-US" dirty="0">
                <a:solidFill>
                  <a:schemeClr val="tx1">
                    <a:tint val="75000"/>
                  </a:schemeClr>
                </a:solidFill>
              </a:rPr>
              <a:t>Context for making interpretations of their values</a:t>
            </a:r>
          </a:p>
          <a:p>
            <a:pPr marL="2400186" lvl="3" indent="-342900">
              <a:lnSpc>
                <a:spcPct val="90000"/>
              </a:lnSpc>
              <a:buSzPct val="75000"/>
              <a:buFont typeface="Arial" panose="020B0604020202020204" pitchFamily="34" charset="0"/>
              <a:buChar char="•"/>
            </a:pPr>
            <a:r>
              <a:rPr lang="en-US" altLang="en-US" dirty="0">
                <a:solidFill>
                  <a:schemeClr val="tx1">
                    <a:tint val="75000"/>
                  </a:schemeClr>
                </a:solidFill>
              </a:rPr>
              <a:t>Useful to Engineers and Managers for making decisions.</a:t>
            </a:r>
          </a:p>
          <a:p>
            <a:pPr marL="0" indent="0">
              <a:buNone/>
            </a:pPr>
            <a:endParaRPr lang="en-US" dirty="0"/>
          </a:p>
        </p:txBody>
      </p:sp>
    </p:spTree>
    <p:extLst>
      <p:ext uri="{BB962C8B-B14F-4D97-AF65-F5344CB8AC3E}">
        <p14:creationId xmlns:p14="http://schemas.microsoft.com/office/powerpoint/2010/main" val="3588294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539C85-1F09-409B-8214-C02AD5B603BB}"/>
              </a:ext>
            </a:extLst>
          </p:cNvPr>
          <p:cNvSpPr>
            <a:spLocks noGrp="1"/>
          </p:cNvSpPr>
          <p:nvPr>
            <p:ph type="title"/>
          </p:nvPr>
        </p:nvSpPr>
        <p:spPr>
          <a:xfrm>
            <a:off x="644951" y="607124"/>
            <a:ext cx="13340500" cy="683264"/>
          </a:xfrm>
        </p:spPr>
        <p:txBody>
          <a:bodyPr/>
          <a:lstStyle/>
          <a:p>
            <a:r>
              <a:rPr lang="en-US" dirty="0"/>
              <a:t>Good Software Metrics Characteristics</a:t>
            </a:r>
          </a:p>
        </p:txBody>
      </p:sp>
      <p:sp>
        <p:nvSpPr>
          <p:cNvPr id="6" name="Slide Number Placeholder 5"/>
          <p:cNvSpPr>
            <a:spLocks noGrp="1"/>
          </p:cNvSpPr>
          <p:nvPr>
            <p:ph type="sldNum" sz="quarter" idx="10"/>
          </p:nvPr>
        </p:nvSpPr>
        <p:spPr/>
        <p:txBody>
          <a:bodyPr/>
          <a:lstStyle/>
          <a:p>
            <a:fld id="{19A725F3-83D0-4529-A15C-9D644B8C51E0}" type="slidenum">
              <a:rPr lang="en-US" smtClean="0"/>
              <a:pPr/>
              <a:t>14</a:t>
            </a:fld>
            <a:endParaRPr lang="en-US"/>
          </a:p>
        </p:txBody>
      </p:sp>
      <p:sp>
        <p:nvSpPr>
          <p:cNvPr id="5" name="Date Placeholder 4"/>
          <p:cNvSpPr>
            <a:spLocks noGrp="1"/>
          </p:cNvSpPr>
          <p:nvPr>
            <p:ph type="dt" sz="half" idx="12"/>
          </p:nvPr>
        </p:nvSpPr>
        <p:spPr/>
        <p:txBody>
          <a:bodyPr/>
          <a:lstStyle/>
          <a:p>
            <a:fld id="{DF4B3BCB-A0C7-4068-9832-631AB3F8986E}" type="datetime1">
              <a:rPr lang="en-US" smtClean="0"/>
              <a:t>1/7/2020</a:t>
            </a:fld>
            <a:endParaRPr lang="en-US" dirty="0"/>
          </a:p>
        </p:txBody>
      </p:sp>
      <p:sp>
        <p:nvSpPr>
          <p:cNvPr id="4" name="Content Placeholder 3"/>
          <p:cNvSpPr>
            <a:spLocks noGrp="1"/>
          </p:cNvSpPr>
          <p:nvPr>
            <p:ph sz="quarter" idx="4294967295"/>
          </p:nvPr>
        </p:nvSpPr>
        <p:spPr>
          <a:xfrm>
            <a:off x="0" y="1857375"/>
            <a:ext cx="13382625" cy="5619750"/>
          </a:xfrm>
        </p:spPr>
        <p:txBody>
          <a:bodyPr/>
          <a:lstStyle/>
          <a:p>
            <a:endParaRPr lang="en-US" sz="2600" dirty="0">
              <a:solidFill>
                <a:schemeClr val="tx1">
                  <a:tint val="75000"/>
                </a:schemeClr>
              </a:solidFill>
            </a:endParaRPr>
          </a:p>
          <a:p>
            <a:pPr marL="1110310" lvl="1" indent="-457200">
              <a:lnSpc>
                <a:spcPct val="90000"/>
              </a:lnSpc>
              <a:buSzPct val="75000"/>
              <a:buFont typeface="Arial" panose="020B0604020202020204" pitchFamily="34" charset="0"/>
              <a:buChar char="•"/>
            </a:pPr>
            <a:endParaRPr lang="en-US" sz="2600" dirty="0">
              <a:solidFill>
                <a:schemeClr val="tx1">
                  <a:tint val="75000"/>
                </a:schemeClr>
              </a:solidFill>
            </a:endParaRPr>
          </a:p>
        </p:txBody>
      </p:sp>
      <p:sp>
        <p:nvSpPr>
          <p:cNvPr id="17" name="Rectangle 3"/>
          <p:cNvSpPr txBox="1">
            <a:spLocks noChangeArrowheads="1"/>
          </p:cNvSpPr>
          <p:nvPr/>
        </p:nvSpPr>
        <p:spPr>
          <a:xfrm>
            <a:off x="644952" y="1857375"/>
            <a:ext cx="13137956" cy="5362611"/>
          </a:xfrm>
          <a:prstGeom prst="rect">
            <a:avLst/>
          </a:prstGeom>
          <a:noFill/>
        </p:spPr>
        <p:txBody>
          <a:bodyPr vert="horz" lIns="90488" tIns="44450" rIns="90488" bIns="44450" rtlCol="0" anchor="t" anchorCtr="0">
            <a:noAutofit/>
          </a:bodyPr>
          <a:lstStyle>
            <a:lvl1pPr marL="0" indent="0" algn="l" defTabSz="1306220" rtl="0" eaLnBrk="1" latinLnBrk="0" hangingPunct="1">
              <a:spcBef>
                <a:spcPts val="0"/>
              </a:spcBef>
              <a:buFont typeface="Arial" pitchFamily="34" charset="0"/>
              <a:buNone/>
              <a:defRPr sz="3300" kern="1200">
                <a:solidFill>
                  <a:schemeClr val="tx2"/>
                </a:solidFill>
                <a:latin typeface="Segoe UI" pitchFamily="34" charset="0"/>
                <a:ea typeface="+mn-ea"/>
                <a:cs typeface="Segoe UI" pitchFamily="34" charset="0"/>
              </a:defRPr>
            </a:lvl1pPr>
            <a:lvl2pPr marL="653110" indent="0" algn="l" defTabSz="1306220" rtl="0" eaLnBrk="1" latinLnBrk="0" hangingPunct="1">
              <a:spcBef>
                <a:spcPct val="20000"/>
              </a:spcBef>
              <a:buFont typeface="Arial" pitchFamily="34" charset="0"/>
              <a:buNone/>
              <a:defRPr sz="2600" kern="1200">
                <a:solidFill>
                  <a:schemeClr val="tx1">
                    <a:tint val="75000"/>
                  </a:schemeClr>
                </a:solidFill>
                <a:latin typeface="Segoe UI" pitchFamily="34" charset="0"/>
                <a:ea typeface="+mn-ea"/>
                <a:cs typeface="Segoe UI" pitchFamily="34" charset="0"/>
              </a:defRPr>
            </a:lvl2pPr>
            <a:lvl3pPr marL="1306220" indent="0" algn="l" defTabSz="1306220" rtl="0" eaLnBrk="1" latinLnBrk="0" hangingPunct="1">
              <a:spcBef>
                <a:spcPct val="20000"/>
              </a:spcBef>
              <a:buFont typeface="Arial" pitchFamily="34" charset="0"/>
              <a:buNone/>
              <a:defRPr sz="2300" kern="1200">
                <a:solidFill>
                  <a:schemeClr val="tx1">
                    <a:tint val="75000"/>
                  </a:schemeClr>
                </a:solidFill>
                <a:latin typeface="Segoe UI" pitchFamily="34" charset="0"/>
                <a:ea typeface="+mn-ea"/>
                <a:cs typeface="Segoe UI" pitchFamily="34" charset="0"/>
              </a:defRPr>
            </a:lvl3pPr>
            <a:lvl4pPr marL="1959331" indent="0" algn="l" defTabSz="1306220" rtl="0" eaLnBrk="1" latinLnBrk="0" hangingPunct="1">
              <a:spcBef>
                <a:spcPct val="20000"/>
              </a:spcBef>
              <a:buFont typeface="Arial" pitchFamily="34" charset="0"/>
              <a:buNone/>
              <a:defRPr sz="2000" kern="1200">
                <a:solidFill>
                  <a:schemeClr val="tx1">
                    <a:tint val="75000"/>
                  </a:schemeClr>
                </a:solidFill>
                <a:latin typeface="Segoe UI" pitchFamily="34" charset="0"/>
                <a:ea typeface="+mn-ea"/>
                <a:cs typeface="Segoe UI" pitchFamily="34" charset="0"/>
              </a:defRPr>
            </a:lvl4pPr>
            <a:lvl5pPr marL="2612441" indent="0" algn="l" defTabSz="1306220" rtl="0" eaLnBrk="1" latinLnBrk="0" hangingPunct="1">
              <a:spcBef>
                <a:spcPct val="20000"/>
              </a:spcBef>
              <a:buFont typeface="Arial" pitchFamily="34" charset="0"/>
              <a:buNone/>
              <a:defRPr sz="2000" kern="1200">
                <a:solidFill>
                  <a:schemeClr val="tx1">
                    <a:tint val="75000"/>
                  </a:schemeClr>
                </a:solidFill>
                <a:latin typeface="Segoe UI" pitchFamily="34" charset="0"/>
                <a:ea typeface="+mn-ea"/>
                <a:cs typeface="Segoe UI" pitchFamily="34" charset="0"/>
              </a:defRPr>
            </a:lvl5pPr>
            <a:lvl6pPr marL="3265551" indent="0" algn="l" defTabSz="130622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3918661" indent="0" algn="l" defTabSz="130622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4571771" indent="0" algn="l" defTabSz="130622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5224882" indent="0" algn="l" defTabSz="130622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a:lnSpc>
                <a:spcPct val="90000"/>
              </a:lnSpc>
              <a:buFont typeface="Arial" panose="020B0604020202020204" pitchFamily="34" charset="0"/>
              <a:buChar char="•"/>
            </a:pPr>
            <a:r>
              <a:rPr lang="en-US" altLang="en-US" dirty="0">
                <a:solidFill>
                  <a:schemeClr val="tx1"/>
                </a:solidFill>
              </a:rPr>
              <a:t>Simple to understand and precisely defined </a:t>
            </a:r>
          </a:p>
          <a:p>
            <a:pPr marL="1110310" lvl="1" indent="-457200" algn="just">
              <a:lnSpc>
                <a:spcPct val="90000"/>
              </a:lnSpc>
              <a:buSzPct val="75000"/>
              <a:buFont typeface="Arial" panose="020B0604020202020204" pitchFamily="34" charset="0"/>
              <a:buChar char="•"/>
            </a:pPr>
            <a:r>
              <a:rPr lang="en-US" altLang="en-US" dirty="0"/>
              <a:t>Facilitates consistency both in calculation and analysis of the metrics values</a:t>
            </a:r>
          </a:p>
          <a:p>
            <a:pPr marL="457200" indent="-457200" algn="just">
              <a:lnSpc>
                <a:spcPct val="90000"/>
              </a:lnSpc>
              <a:buFont typeface="Arial" panose="020B0604020202020204" pitchFamily="34" charset="0"/>
              <a:buChar char="•"/>
            </a:pPr>
            <a:r>
              <a:rPr lang="en-US" altLang="en-US" dirty="0">
                <a:solidFill>
                  <a:schemeClr val="tx1"/>
                </a:solidFill>
              </a:rPr>
              <a:t>Cost effective </a:t>
            </a:r>
          </a:p>
          <a:p>
            <a:pPr marL="1110310" lvl="1" indent="-457200" algn="just">
              <a:lnSpc>
                <a:spcPct val="90000"/>
              </a:lnSpc>
              <a:buSzPct val="75000"/>
              <a:buFont typeface="Arial" panose="020B0604020202020204" pitchFamily="34" charset="0"/>
              <a:buChar char="•"/>
            </a:pPr>
            <a:r>
              <a:rPr lang="en-US" altLang="en-US" dirty="0"/>
              <a:t>Positive return on investment i.e. the value of information obtained exceeds the cost of collecting and analyzing metrics </a:t>
            </a:r>
          </a:p>
          <a:p>
            <a:pPr marL="457200" indent="-457200" algn="just">
              <a:lnSpc>
                <a:spcPct val="90000"/>
              </a:lnSpc>
              <a:buFont typeface="Arial" panose="020B0604020202020204" pitchFamily="34" charset="0"/>
              <a:buChar char="•"/>
            </a:pPr>
            <a:r>
              <a:rPr lang="en-US" altLang="en-US" dirty="0">
                <a:solidFill>
                  <a:schemeClr val="tx1"/>
                </a:solidFill>
              </a:rPr>
              <a:t>Objective </a:t>
            </a:r>
          </a:p>
          <a:p>
            <a:pPr marL="1110310" lvl="1" indent="-457200" algn="just">
              <a:lnSpc>
                <a:spcPct val="90000"/>
              </a:lnSpc>
              <a:buSzPct val="75000"/>
              <a:buFont typeface="Arial" panose="020B0604020202020204" pitchFamily="34" charset="0"/>
              <a:buChar char="•"/>
            </a:pPr>
            <a:r>
              <a:rPr lang="en-US" altLang="en-US" dirty="0"/>
              <a:t>Decreases influence of personal judgment to the calculation and analysis of  metrics values</a:t>
            </a:r>
          </a:p>
          <a:p>
            <a:pPr marL="457200" indent="-457200" algn="just">
              <a:lnSpc>
                <a:spcPct val="90000"/>
              </a:lnSpc>
              <a:buFont typeface="Arial" panose="020B0604020202020204" pitchFamily="34" charset="0"/>
              <a:buChar char="•"/>
            </a:pPr>
            <a:r>
              <a:rPr lang="en-US" altLang="en-US" dirty="0">
                <a:solidFill>
                  <a:schemeClr val="tx1"/>
                </a:solidFill>
              </a:rPr>
              <a:t>Informative</a:t>
            </a:r>
          </a:p>
          <a:p>
            <a:pPr marL="1110310" lvl="1" indent="-457200" algn="just">
              <a:lnSpc>
                <a:spcPct val="90000"/>
              </a:lnSpc>
              <a:buSzPct val="75000"/>
              <a:buFont typeface="Arial" panose="020B0604020202020204" pitchFamily="34" charset="0"/>
              <a:buChar char="•"/>
            </a:pPr>
            <a:r>
              <a:rPr lang="en-US" altLang="en-US" dirty="0"/>
              <a:t>Ensures that changes to metrics values have meaningful interpretations</a:t>
            </a:r>
          </a:p>
        </p:txBody>
      </p:sp>
    </p:spTree>
    <p:extLst>
      <p:ext uri="{BB962C8B-B14F-4D97-AF65-F5344CB8AC3E}">
        <p14:creationId xmlns:p14="http://schemas.microsoft.com/office/powerpoint/2010/main" val="35271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50480D5-FF58-4EAC-81A7-C45727BB3372}"/>
              </a:ext>
            </a:extLst>
          </p:cNvPr>
          <p:cNvSpPr>
            <a:spLocks noGrp="1"/>
          </p:cNvSpPr>
          <p:nvPr>
            <p:ph type="title"/>
          </p:nvPr>
        </p:nvSpPr>
        <p:spPr>
          <a:xfrm>
            <a:off x="644951" y="607124"/>
            <a:ext cx="13340500" cy="683264"/>
          </a:xfrm>
        </p:spPr>
        <p:txBody>
          <a:bodyPr/>
          <a:lstStyle/>
          <a:p>
            <a:r>
              <a:rPr lang="en-US" altLang="en-US" dirty="0"/>
              <a:t>Potential Metrics Audiences / Users</a:t>
            </a:r>
            <a:endParaRPr lang="en-US" dirty="0"/>
          </a:p>
        </p:txBody>
      </p:sp>
      <p:sp>
        <p:nvSpPr>
          <p:cNvPr id="5" name="Slide Number Placeholder 4"/>
          <p:cNvSpPr>
            <a:spLocks noGrp="1"/>
          </p:cNvSpPr>
          <p:nvPr>
            <p:ph type="sldNum" sz="quarter" idx="10"/>
          </p:nvPr>
        </p:nvSpPr>
        <p:spPr/>
        <p:txBody>
          <a:bodyPr/>
          <a:lstStyle/>
          <a:p>
            <a:fld id="{19A725F3-83D0-4529-A15C-9D644B8C51E0}" type="slidenum">
              <a:rPr lang="en-US" smtClean="0"/>
              <a:pPr/>
              <a:t>15</a:t>
            </a:fld>
            <a:endParaRPr lang="en-US"/>
          </a:p>
        </p:txBody>
      </p:sp>
      <p:sp>
        <p:nvSpPr>
          <p:cNvPr id="4" name="Date Placeholder 3"/>
          <p:cNvSpPr>
            <a:spLocks noGrp="1"/>
          </p:cNvSpPr>
          <p:nvPr>
            <p:ph type="dt" sz="half" idx="12"/>
          </p:nvPr>
        </p:nvSpPr>
        <p:spPr/>
        <p:txBody>
          <a:bodyPr/>
          <a:lstStyle/>
          <a:p>
            <a:fld id="{55CC64B8-7D6B-4D3A-B7CA-02615994D376}" type="datetime1">
              <a:rPr lang="en-US" smtClean="0"/>
              <a:t>1/7/2020</a:t>
            </a:fld>
            <a:endParaRPr lang="en-US" dirty="0"/>
          </a:p>
        </p:txBody>
      </p:sp>
      <p:sp>
        <p:nvSpPr>
          <p:cNvPr id="3" name="Rectangle 2"/>
          <p:cNvSpPr/>
          <p:nvPr/>
        </p:nvSpPr>
        <p:spPr>
          <a:xfrm>
            <a:off x="644951" y="1612500"/>
            <a:ext cx="13458400" cy="5658472"/>
          </a:xfrm>
          <a:prstGeom prst="rect">
            <a:avLst/>
          </a:prstGeom>
        </p:spPr>
        <p:txBody>
          <a:bodyPr wrap="square">
            <a:spAutoFit/>
          </a:bodyPr>
          <a:lstStyle/>
          <a:p>
            <a:pPr marL="457200" indent="-457200">
              <a:lnSpc>
                <a:spcPct val="90000"/>
              </a:lnSpc>
              <a:buFont typeface="Arial" panose="020B0604020202020204" pitchFamily="34" charset="0"/>
              <a:buChar char="•"/>
            </a:pPr>
            <a:r>
              <a:rPr lang="en-US" altLang="en-US" sz="3300" dirty="0">
                <a:latin typeface="Segoe UI" pitchFamily="34" charset="0"/>
                <a:cs typeface="Segoe UI" pitchFamily="34" charset="0"/>
              </a:rPr>
              <a:t>Software Users / Customers</a:t>
            </a:r>
          </a:p>
          <a:p>
            <a:pPr marL="1110310" lvl="1" indent="-457200">
              <a:lnSpc>
                <a:spcPct val="90000"/>
              </a:lnSpc>
              <a:spcBef>
                <a:spcPct val="20000"/>
              </a:spcBef>
              <a:buSzPct val="75000"/>
              <a:buFont typeface="Arial" panose="020B0604020202020204" pitchFamily="34" charset="0"/>
              <a:buChar char="•"/>
            </a:pPr>
            <a:r>
              <a:rPr lang="en-US" altLang="en-US" dirty="0">
                <a:solidFill>
                  <a:schemeClr val="tx1">
                    <a:tint val="75000"/>
                  </a:schemeClr>
                </a:solidFill>
                <a:latin typeface="Segoe UI" pitchFamily="34" charset="0"/>
                <a:cs typeface="Segoe UI" pitchFamily="34" charset="0"/>
              </a:rPr>
              <a:t>Interested in the quality and the value of the software products.</a:t>
            </a:r>
          </a:p>
          <a:p>
            <a:pPr marL="457200" indent="-457200">
              <a:lnSpc>
                <a:spcPct val="90000"/>
              </a:lnSpc>
              <a:buFont typeface="Arial" panose="020B0604020202020204" pitchFamily="34" charset="0"/>
              <a:buChar char="•"/>
            </a:pPr>
            <a:r>
              <a:rPr lang="en-US" altLang="en-US" sz="3300" dirty="0">
                <a:latin typeface="Segoe UI" pitchFamily="34" charset="0"/>
                <a:cs typeface="Segoe UI" pitchFamily="34" charset="0"/>
              </a:rPr>
              <a:t>Management Committee / Operation Managers </a:t>
            </a:r>
          </a:p>
          <a:p>
            <a:pPr marL="1110310" lvl="1" indent="-457200">
              <a:lnSpc>
                <a:spcPct val="90000"/>
              </a:lnSpc>
              <a:spcBef>
                <a:spcPct val="20000"/>
              </a:spcBef>
              <a:buSzPct val="75000"/>
              <a:buFont typeface="Arial" panose="020B0604020202020204" pitchFamily="34" charset="0"/>
              <a:buChar char="•"/>
            </a:pPr>
            <a:r>
              <a:rPr lang="en-US" altLang="en-US" dirty="0">
                <a:solidFill>
                  <a:schemeClr val="tx1">
                    <a:tint val="75000"/>
                  </a:schemeClr>
                </a:solidFill>
                <a:latin typeface="Segoe UI" pitchFamily="34" charset="0"/>
                <a:cs typeface="Segoe UI" pitchFamily="34" charset="0"/>
              </a:rPr>
              <a:t>Interested in overall control and improvement across all the projects in the organization.</a:t>
            </a:r>
          </a:p>
          <a:p>
            <a:pPr marL="457200" indent="-457200">
              <a:lnSpc>
                <a:spcPct val="90000"/>
              </a:lnSpc>
              <a:buFont typeface="Arial" panose="020B0604020202020204" pitchFamily="34" charset="0"/>
              <a:buChar char="•"/>
            </a:pPr>
            <a:r>
              <a:rPr lang="en-US" altLang="en-US" sz="3300" dirty="0">
                <a:latin typeface="Segoe UI" pitchFamily="34" charset="0"/>
                <a:cs typeface="Segoe UI" pitchFamily="34" charset="0"/>
              </a:rPr>
              <a:t>Project leaders  </a:t>
            </a:r>
          </a:p>
          <a:p>
            <a:pPr marL="1110310" lvl="1" indent="-457200">
              <a:lnSpc>
                <a:spcPct val="90000"/>
              </a:lnSpc>
              <a:spcBef>
                <a:spcPct val="20000"/>
              </a:spcBef>
              <a:buSzPct val="75000"/>
              <a:buFont typeface="Arial" panose="020B0604020202020204" pitchFamily="34" charset="0"/>
              <a:buChar char="•"/>
            </a:pPr>
            <a:r>
              <a:rPr lang="en-US" altLang="en-US" dirty="0">
                <a:solidFill>
                  <a:schemeClr val="tx1">
                    <a:tint val="75000"/>
                  </a:schemeClr>
                </a:solidFill>
                <a:latin typeface="Segoe UI" pitchFamily="34" charset="0"/>
                <a:cs typeface="Segoe UI" pitchFamily="34" charset="0"/>
              </a:rPr>
              <a:t>Interested in control and improvement of the specific projects they handle.</a:t>
            </a:r>
          </a:p>
          <a:p>
            <a:pPr marL="457200" indent="-457200">
              <a:lnSpc>
                <a:spcPct val="90000"/>
              </a:lnSpc>
              <a:buFont typeface="Arial" panose="020B0604020202020204" pitchFamily="34" charset="0"/>
              <a:buChar char="•"/>
            </a:pPr>
            <a:r>
              <a:rPr lang="en-US" altLang="en-US" sz="3300" dirty="0">
                <a:latin typeface="Segoe UI" pitchFamily="34" charset="0"/>
                <a:cs typeface="Segoe UI" pitchFamily="34" charset="0"/>
              </a:rPr>
              <a:t>Developers </a:t>
            </a:r>
          </a:p>
          <a:p>
            <a:pPr marL="1110310" lvl="1" indent="-457200">
              <a:lnSpc>
                <a:spcPct val="90000"/>
              </a:lnSpc>
              <a:spcBef>
                <a:spcPct val="20000"/>
              </a:spcBef>
              <a:buSzPct val="75000"/>
              <a:buFont typeface="Arial" panose="020B0604020202020204" pitchFamily="34" charset="0"/>
              <a:buChar char="•"/>
            </a:pPr>
            <a:r>
              <a:rPr lang="en-US" altLang="en-US" dirty="0">
                <a:solidFill>
                  <a:schemeClr val="tx1">
                    <a:tint val="75000"/>
                  </a:schemeClr>
                </a:solidFill>
                <a:latin typeface="Segoe UI" pitchFamily="34" charset="0"/>
                <a:cs typeface="Segoe UI" pitchFamily="34" charset="0"/>
              </a:rPr>
              <a:t>Interested in control and improvement of the work they do related to a specific project.</a:t>
            </a:r>
          </a:p>
          <a:p>
            <a:pPr marL="457200" indent="-457200">
              <a:lnSpc>
                <a:spcPct val="90000"/>
              </a:lnSpc>
              <a:buFont typeface="Arial" panose="020B0604020202020204" pitchFamily="34" charset="0"/>
              <a:buChar char="•"/>
            </a:pPr>
            <a:r>
              <a:rPr lang="en-US" altLang="en-US" sz="3300" dirty="0">
                <a:latin typeface="Segoe UI" pitchFamily="34" charset="0"/>
                <a:cs typeface="Segoe UI" pitchFamily="34" charset="0"/>
              </a:rPr>
              <a:t>Process Excellence Group members (SEPG) </a:t>
            </a:r>
          </a:p>
          <a:p>
            <a:pPr marL="1110310" lvl="1" indent="-457200">
              <a:lnSpc>
                <a:spcPct val="90000"/>
              </a:lnSpc>
              <a:spcBef>
                <a:spcPct val="20000"/>
              </a:spcBef>
              <a:buSzPct val="75000"/>
              <a:buFont typeface="Arial" panose="020B0604020202020204" pitchFamily="34" charset="0"/>
              <a:buChar char="•"/>
            </a:pPr>
            <a:r>
              <a:rPr lang="en-US" altLang="en-US" dirty="0">
                <a:solidFill>
                  <a:schemeClr val="tx1">
                    <a:tint val="75000"/>
                  </a:schemeClr>
                </a:solidFill>
                <a:latin typeface="Segoe UI" pitchFamily="34" charset="0"/>
                <a:cs typeface="Segoe UI" pitchFamily="34" charset="0"/>
              </a:rPr>
              <a:t>Interested in a  cross section of what the above four audiences are interested and help them in using the metrics result.</a:t>
            </a:r>
          </a:p>
        </p:txBody>
      </p:sp>
    </p:spTree>
    <p:extLst>
      <p:ext uri="{BB962C8B-B14F-4D97-AF65-F5344CB8AC3E}">
        <p14:creationId xmlns:p14="http://schemas.microsoft.com/office/powerpoint/2010/main" val="262942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072000A-B6B7-4D68-9B20-89A9698E35AB}"/>
              </a:ext>
            </a:extLst>
          </p:cNvPr>
          <p:cNvSpPr>
            <a:spLocks noGrp="1"/>
          </p:cNvSpPr>
          <p:nvPr>
            <p:ph type="title"/>
          </p:nvPr>
        </p:nvSpPr>
        <p:spPr>
          <a:xfrm>
            <a:off x="644951" y="607124"/>
            <a:ext cx="13340500" cy="683264"/>
          </a:xfrm>
        </p:spPr>
        <p:txBody>
          <a:bodyPr/>
          <a:lstStyle/>
          <a:p>
            <a:r>
              <a:rPr lang="en-US" altLang="en-US" dirty="0"/>
              <a:t>Levels of Metric Application </a:t>
            </a:r>
            <a:endParaRPr lang="en-US" dirty="0"/>
          </a:p>
        </p:txBody>
      </p:sp>
      <p:sp>
        <p:nvSpPr>
          <p:cNvPr id="4" name="Slide Number Placeholder 3"/>
          <p:cNvSpPr>
            <a:spLocks noGrp="1"/>
          </p:cNvSpPr>
          <p:nvPr>
            <p:ph type="sldNum" sz="quarter" idx="10"/>
          </p:nvPr>
        </p:nvSpPr>
        <p:spPr/>
        <p:txBody>
          <a:bodyPr/>
          <a:lstStyle/>
          <a:p>
            <a:fld id="{19A725F3-83D0-4529-A15C-9D644B8C51E0}" type="slidenum">
              <a:rPr lang="en-US" smtClean="0"/>
              <a:pPr/>
              <a:t>16</a:t>
            </a:fld>
            <a:endParaRPr lang="en-US"/>
          </a:p>
        </p:txBody>
      </p:sp>
      <p:sp>
        <p:nvSpPr>
          <p:cNvPr id="3" name="Date Placeholder 2"/>
          <p:cNvSpPr>
            <a:spLocks noGrp="1"/>
          </p:cNvSpPr>
          <p:nvPr>
            <p:ph type="dt" sz="half" idx="12"/>
          </p:nvPr>
        </p:nvSpPr>
        <p:spPr/>
        <p:txBody>
          <a:bodyPr/>
          <a:lstStyle/>
          <a:p>
            <a:fld id="{ACE76A8A-86B4-46B4-AC0B-CB3096FEE0FE}" type="datetime1">
              <a:rPr lang="en-US" smtClean="0"/>
              <a:t>1/7/2020</a:t>
            </a:fld>
            <a:endParaRPr lang="en-US" dirty="0"/>
          </a:p>
        </p:txBody>
      </p:sp>
      <p:sp>
        <p:nvSpPr>
          <p:cNvPr id="32" name="Rectangle 3"/>
          <p:cNvSpPr>
            <a:spLocks noGrp="1" noChangeArrowheads="1"/>
          </p:cNvSpPr>
          <p:nvPr>
            <p:ph sz="quarter" idx="4294967295"/>
          </p:nvPr>
        </p:nvSpPr>
        <p:spPr>
          <a:xfrm>
            <a:off x="685801" y="1678692"/>
            <a:ext cx="13258800" cy="5526087"/>
          </a:xfrm>
          <a:noFill/>
        </p:spPr>
        <p:txBody>
          <a:bodyPr lIns="90488" tIns="44450" rIns="90488" bIns="44450"/>
          <a:lstStyle/>
          <a:p>
            <a:pPr marL="457200" indent="-457200">
              <a:lnSpc>
                <a:spcPct val="90000"/>
              </a:lnSpc>
              <a:buFont typeface="Arial" panose="020B0604020202020204" pitchFamily="34" charset="0"/>
              <a:buChar char="•"/>
            </a:pPr>
            <a:r>
              <a:rPr lang="en-US" altLang="en-US" dirty="0">
                <a:solidFill>
                  <a:schemeClr val="tx1"/>
                </a:solidFill>
              </a:rPr>
              <a:t>Organizational Level </a:t>
            </a:r>
          </a:p>
          <a:p>
            <a:pPr marL="1110310" lvl="1" indent="-457200">
              <a:lnSpc>
                <a:spcPct val="90000"/>
              </a:lnSpc>
              <a:buSzPct val="75000"/>
              <a:buFont typeface="Arial" panose="020B0604020202020204" pitchFamily="34" charset="0"/>
              <a:buChar char="•"/>
            </a:pPr>
            <a:r>
              <a:rPr lang="en-US" altLang="en-US" dirty="0"/>
              <a:t>Data across several projects may be lumped together to provide a view of the attributes (such as productivity, quality, cycle time across projects) that satisfy the organizational goals.</a:t>
            </a:r>
          </a:p>
          <a:p>
            <a:pPr marL="457200" indent="-457200">
              <a:lnSpc>
                <a:spcPct val="90000"/>
              </a:lnSpc>
              <a:buFont typeface="Arial" panose="020B0604020202020204" pitchFamily="34" charset="0"/>
              <a:buChar char="•"/>
            </a:pPr>
            <a:r>
              <a:rPr lang="en-US" altLang="en-US" dirty="0">
                <a:solidFill>
                  <a:schemeClr val="tx1"/>
                </a:solidFill>
              </a:rPr>
              <a:t>Product group level </a:t>
            </a:r>
          </a:p>
          <a:p>
            <a:pPr marL="1110310" lvl="1" indent="-457200">
              <a:lnSpc>
                <a:spcPct val="90000"/>
              </a:lnSpc>
              <a:buSzPct val="75000"/>
              <a:buFont typeface="Arial" panose="020B0604020202020204" pitchFamily="34" charset="0"/>
              <a:buChar char="•"/>
            </a:pPr>
            <a:r>
              <a:rPr lang="en-US" altLang="en-US" dirty="0"/>
              <a:t>Data across several  projects of the same domain (say real time embedded application) may be lumped together to provide a view of the attributes affecting those projects.</a:t>
            </a:r>
          </a:p>
          <a:p>
            <a:pPr marL="457200" indent="-457200">
              <a:lnSpc>
                <a:spcPct val="90000"/>
              </a:lnSpc>
              <a:buFont typeface="Arial" panose="020B0604020202020204" pitchFamily="34" charset="0"/>
              <a:buChar char="•"/>
            </a:pPr>
            <a:r>
              <a:rPr lang="en-US" altLang="en-US" dirty="0">
                <a:solidFill>
                  <a:schemeClr val="tx1"/>
                </a:solidFill>
              </a:rPr>
              <a:t>Project group level  </a:t>
            </a:r>
          </a:p>
          <a:p>
            <a:pPr marL="1110310" lvl="1" indent="-457200">
              <a:lnSpc>
                <a:spcPct val="90000"/>
              </a:lnSpc>
              <a:buSzPct val="75000"/>
              <a:buFont typeface="Arial" panose="020B0604020202020204" pitchFamily="34" charset="0"/>
              <a:buChar char="•"/>
            </a:pPr>
            <a:r>
              <a:rPr lang="en-US" altLang="en-US" dirty="0"/>
              <a:t>Data within the project is tracked during the course of the project and discussed during the Uniphase Kickoff / Postmortem meeting in order to plan and control the project, as well as to improve similar projects.</a:t>
            </a:r>
          </a:p>
          <a:p>
            <a:pPr lvl="1">
              <a:lnSpc>
                <a:spcPct val="90000"/>
              </a:lnSpc>
              <a:buSzPct val="75000"/>
            </a:pPr>
            <a:endParaRPr lang="en-US" dirty="0"/>
          </a:p>
        </p:txBody>
      </p:sp>
    </p:spTree>
    <p:extLst>
      <p:ext uri="{BB962C8B-B14F-4D97-AF65-F5344CB8AC3E}">
        <p14:creationId xmlns:p14="http://schemas.microsoft.com/office/powerpoint/2010/main" val="2673117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4D786E-7ADD-4451-9FC1-7AA2AFE0BBCC}"/>
              </a:ext>
            </a:extLst>
          </p:cNvPr>
          <p:cNvSpPr>
            <a:spLocks noGrp="1"/>
          </p:cNvSpPr>
          <p:nvPr>
            <p:ph type="title"/>
          </p:nvPr>
        </p:nvSpPr>
        <p:spPr>
          <a:xfrm>
            <a:off x="644951" y="607124"/>
            <a:ext cx="13340500" cy="683264"/>
          </a:xfrm>
        </p:spPr>
        <p:txBody>
          <a:bodyPr/>
          <a:lstStyle/>
          <a:p>
            <a:r>
              <a:rPr lang="en-US" dirty="0"/>
              <a:t>Screen Roles</a:t>
            </a:r>
          </a:p>
        </p:txBody>
      </p:sp>
      <p:sp>
        <p:nvSpPr>
          <p:cNvPr id="5" name="Slide Number Placeholder 4"/>
          <p:cNvSpPr>
            <a:spLocks noGrp="1"/>
          </p:cNvSpPr>
          <p:nvPr>
            <p:ph type="sldNum" sz="quarter" idx="10"/>
          </p:nvPr>
        </p:nvSpPr>
        <p:spPr/>
        <p:txBody>
          <a:bodyPr/>
          <a:lstStyle/>
          <a:p>
            <a:fld id="{19A725F3-83D0-4529-A15C-9D644B8C51E0}" type="slidenum">
              <a:rPr lang="en-US" smtClean="0"/>
              <a:pPr/>
              <a:t>17</a:t>
            </a:fld>
            <a:endParaRPr lang="en-US"/>
          </a:p>
        </p:txBody>
      </p:sp>
      <p:sp>
        <p:nvSpPr>
          <p:cNvPr id="4" name="Date Placeholder 3"/>
          <p:cNvSpPr>
            <a:spLocks noGrp="1"/>
          </p:cNvSpPr>
          <p:nvPr>
            <p:ph type="dt" sz="half" idx="12"/>
          </p:nvPr>
        </p:nvSpPr>
        <p:spPr/>
        <p:txBody>
          <a:bodyPr/>
          <a:lstStyle/>
          <a:p>
            <a:fld id="{4069A9D8-9E5B-4DAA-85A9-B331B8BA2ADA}" type="datetime1">
              <a:rPr lang="en-US" smtClean="0"/>
              <a:t>1/7/2020</a:t>
            </a:fld>
            <a:endParaRPr lang="en-US" dirty="0"/>
          </a:p>
        </p:txBody>
      </p:sp>
      <p:sp>
        <p:nvSpPr>
          <p:cNvPr id="3" name="Rectangle 2"/>
          <p:cNvSpPr/>
          <p:nvPr/>
        </p:nvSpPr>
        <p:spPr>
          <a:xfrm>
            <a:off x="644951" y="1512770"/>
            <a:ext cx="11255375" cy="2200602"/>
          </a:xfrm>
          <a:prstGeom prst="rect">
            <a:avLst/>
          </a:prstGeom>
        </p:spPr>
        <p:txBody>
          <a:bodyPr wrap="square">
            <a:spAutoFit/>
          </a:bodyPr>
          <a:lstStyle/>
          <a:p>
            <a:r>
              <a:rPr lang="en-US" altLang="en-US" sz="3300" dirty="0">
                <a:latin typeface="Segoe UI" pitchFamily="34" charset="0"/>
                <a:cs typeface="Segoe UI" pitchFamily="34" charset="0"/>
              </a:rPr>
              <a:t>Satisfying the user needs by</a:t>
            </a:r>
          </a:p>
          <a:p>
            <a:pPr marL="1110310" lvl="1" indent="-457200">
              <a:lnSpc>
                <a:spcPct val="90000"/>
              </a:lnSpc>
              <a:spcBef>
                <a:spcPct val="20000"/>
              </a:spcBef>
              <a:buSzPct val="75000"/>
              <a:buFont typeface="Arial" panose="020B0604020202020204" pitchFamily="34" charset="0"/>
              <a:buChar char="•"/>
            </a:pPr>
            <a:r>
              <a:rPr lang="en-US" altLang="en-US" dirty="0">
                <a:solidFill>
                  <a:schemeClr val="tx1">
                    <a:tint val="75000"/>
                  </a:schemeClr>
                </a:solidFill>
                <a:latin typeface="Segoe UI" pitchFamily="34" charset="0"/>
                <a:cs typeface="Segoe UI" pitchFamily="34" charset="0"/>
              </a:rPr>
              <a:t>Defining metrics and obtaining consensus/acceptance by the user 	community</a:t>
            </a:r>
          </a:p>
          <a:p>
            <a:pPr marL="1110310" lvl="1" indent="-457200">
              <a:lnSpc>
                <a:spcPct val="90000"/>
              </a:lnSpc>
              <a:spcBef>
                <a:spcPct val="20000"/>
              </a:spcBef>
              <a:buSzPct val="75000"/>
              <a:buFont typeface="Arial" panose="020B0604020202020204" pitchFamily="34" charset="0"/>
              <a:buChar char="•"/>
            </a:pPr>
            <a:r>
              <a:rPr lang="en-US" altLang="en-US" dirty="0">
                <a:solidFill>
                  <a:schemeClr val="tx1">
                    <a:tint val="75000"/>
                  </a:schemeClr>
                </a:solidFill>
                <a:latin typeface="Segoe UI" pitchFamily="34" charset="0"/>
                <a:cs typeface="Segoe UI" pitchFamily="34" charset="0"/>
              </a:rPr>
              <a:t>Training metric users and providing consultation for  implementation</a:t>
            </a:r>
          </a:p>
        </p:txBody>
      </p:sp>
    </p:spTree>
    <p:extLst>
      <p:ext uri="{BB962C8B-B14F-4D97-AF65-F5344CB8AC3E}">
        <p14:creationId xmlns:p14="http://schemas.microsoft.com/office/powerpoint/2010/main" val="850274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660F10-5C66-4577-A863-37E08A804F61}"/>
              </a:ext>
            </a:extLst>
          </p:cNvPr>
          <p:cNvSpPr>
            <a:spLocks noGrp="1"/>
          </p:cNvSpPr>
          <p:nvPr>
            <p:ph type="title"/>
          </p:nvPr>
        </p:nvSpPr>
        <p:spPr>
          <a:xfrm>
            <a:off x="644951" y="607124"/>
            <a:ext cx="13340500" cy="683264"/>
          </a:xfrm>
        </p:spPr>
        <p:txBody>
          <a:bodyPr/>
          <a:lstStyle/>
          <a:p>
            <a:r>
              <a:rPr lang="en-US" altLang="en-US" dirty="0"/>
              <a:t>Metrics and Organizational Goals</a:t>
            </a:r>
            <a:endParaRPr lang="en-US" dirty="0"/>
          </a:p>
        </p:txBody>
      </p:sp>
      <p:sp>
        <p:nvSpPr>
          <p:cNvPr id="6" name="Slide Number Placeholder 5"/>
          <p:cNvSpPr>
            <a:spLocks noGrp="1"/>
          </p:cNvSpPr>
          <p:nvPr>
            <p:ph type="sldNum" sz="quarter" idx="10"/>
          </p:nvPr>
        </p:nvSpPr>
        <p:spPr/>
        <p:txBody>
          <a:bodyPr/>
          <a:lstStyle/>
          <a:p>
            <a:fld id="{19A725F3-83D0-4529-A15C-9D644B8C51E0}" type="slidenum">
              <a:rPr lang="en-US" smtClean="0"/>
              <a:pPr/>
              <a:t>18</a:t>
            </a:fld>
            <a:endParaRPr lang="en-US"/>
          </a:p>
        </p:txBody>
      </p:sp>
      <p:sp>
        <p:nvSpPr>
          <p:cNvPr id="5" name="Date Placeholder 4"/>
          <p:cNvSpPr>
            <a:spLocks noGrp="1"/>
          </p:cNvSpPr>
          <p:nvPr>
            <p:ph type="dt" sz="half" idx="12"/>
          </p:nvPr>
        </p:nvSpPr>
        <p:spPr/>
        <p:txBody>
          <a:bodyPr/>
          <a:lstStyle/>
          <a:p>
            <a:fld id="{DD5B7043-F619-4389-B585-BE9ECEC5CB80}" type="datetime1">
              <a:rPr lang="en-US" smtClean="0"/>
              <a:t>1/7/2020</a:t>
            </a:fld>
            <a:endParaRPr lang="en-US" dirty="0"/>
          </a:p>
        </p:txBody>
      </p:sp>
      <p:sp>
        <p:nvSpPr>
          <p:cNvPr id="9" name="Rectangle 3"/>
          <p:cNvSpPr>
            <a:spLocks noChangeArrowheads="1"/>
          </p:cNvSpPr>
          <p:nvPr/>
        </p:nvSpPr>
        <p:spPr bwMode="auto">
          <a:xfrm>
            <a:off x="6054090" y="2003064"/>
            <a:ext cx="2914097" cy="320010"/>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Organizational Goals</a:t>
            </a:r>
          </a:p>
        </p:txBody>
      </p:sp>
      <p:sp>
        <p:nvSpPr>
          <p:cNvPr id="10" name="Rectangle 4"/>
          <p:cNvSpPr>
            <a:spLocks noChangeArrowheads="1"/>
          </p:cNvSpPr>
          <p:nvPr/>
        </p:nvSpPr>
        <p:spPr bwMode="auto">
          <a:xfrm>
            <a:off x="2777489" y="2866978"/>
            <a:ext cx="3625901" cy="294296"/>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Organizational Objectives</a:t>
            </a:r>
          </a:p>
        </p:txBody>
      </p:sp>
      <p:sp>
        <p:nvSpPr>
          <p:cNvPr id="11" name="Rectangle 5"/>
          <p:cNvSpPr>
            <a:spLocks noChangeArrowheads="1"/>
          </p:cNvSpPr>
          <p:nvPr/>
        </p:nvSpPr>
        <p:spPr bwMode="auto">
          <a:xfrm>
            <a:off x="8567103" y="2857303"/>
            <a:ext cx="2823330" cy="3785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 Process Capability</a:t>
            </a:r>
          </a:p>
        </p:txBody>
      </p:sp>
      <p:sp>
        <p:nvSpPr>
          <p:cNvPr id="12" name="Rectangle 6"/>
          <p:cNvSpPr>
            <a:spLocks noChangeArrowheads="1"/>
          </p:cNvSpPr>
          <p:nvPr/>
        </p:nvSpPr>
        <p:spPr bwMode="auto">
          <a:xfrm>
            <a:off x="3991928" y="3596598"/>
            <a:ext cx="2785111" cy="345726"/>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Process</a:t>
            </a:r>
          </a:p>
        </p:txBody>
      </p:sp>
      <p:sp>
        <p:nvSpPr>
          <p:cNvPr id="13" name="Rectangle 7"/>
          <p:cNvSpPr>
            <a:spLocks noChangeArrowheads="1"/>
          </p:cNvSpPr>
          <p:nvPr/>
        </p:nvSpPr>
        <p:spPr bwMode="auto">
          <a:xfrm>
            <a:off x="8167053" y="3601201"/>
            <a:ext cx="2785111" cy="34429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Process Improvement</a:t>
            </a:r>
          </a:p>
        </p:txBody>
      </p:sp>
      <p:sp>
        <p:nvSpPr>
          <p:cNvPr id="14" name="Rectangle 8"/>
          <p:cNvSpPr>
            <a:spLocks noChangeArrowheads="1"/>
          </p:cNvSpPr>
          <p:nvPr/>
        </p:nvSpPr>
        <p:spPr bwMode="auto">
          <a:xfrm>
            <a:off x="4626927" y="4247473"/>
            <a:ext cx="2503256" cy="345726"/>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Metrics Collection</a:t>
            </a:r>
          </a:p>
        </p:txBody>
      </p:sp>
      <p:sp>
        <p:nvSpPr>
          <p:cNvPr id="15" name="Rectangle 9"/>
          <p:cNvSpPr>
            <a:spLocks noChangeArrowheads="1"/>
          </p:cNvSpPr>
          <p:nvPr/>
        </p:nvSpPr>
        <p:spPr bwMode="auto">
          <a:xfrm>
            <a:off x="7754304" y="4247473"/>
            <a:ext cx="2359940" cy="345726"/>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Metrics Analysis</a:t>
            </a:r>
          </a:p>
        </p:txBody>
      </p:sp>
      <p:sp>
        <p:nvSpPr>
          <p:cNvPr id="16" name="Rectangle 10"/>
          <p:cNvSpPr>
            <a:spLocks noChangeArrowheads="1"/>
          </p:cNvSpPr>
          <p:nvPr/>
        </p:nvSpPr>
        <p:spPr bwMode="auto">
          <a:xfrm>
            <a:off x="7384415" y="5188701"/>
            <a:ext cx="2785112" cy="34429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People</a:t>
            </a:r>
          </a:p>
        </p:txBody>
      </p:sp>
      <p:sp>
        <p:nvSpPr>
          <p:cNvPr id="17" name="Rectangle 11"/>
          <p:cNvSpPr>
            <a:spLocks noChangeArrowheads="1"/>
          </p:cNvSpPr>
          <p:nvPr/>
        </p:nvSpPr>
        <p:spPr bwMode="auto">
          <a:xfrm>
            <a:off x="7384415" y="5839576"/>
            <a:ext cx="2785112" cy="34429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Technology</a:t>
            </a:r>
          </a:p>
        </p:txBody>
      </p:sp>
      <p:sp>
        <p:nvSpPr>
          <p:cNvPr id="18" name="Rectangle 12"/>
          <p:cNvSpPr>
            <a:spLocks noChangeArrowheads="1"/>
          </p:cNvSpPr>
          <p:nvPr/>
        </p:nvSpPr>
        <p:spPr bwMode="auto">
          <a:xfrm>
            <a:off x="3158490" y="5478263"/>
            <a:ext cx="3266018" cy="350011"/>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lgn="ctr"/>
            <a:r>
              <a:rPr lang="en-US" altLang="en-US" sz="2400" b="0" i="1">
                <a:latin typeface="+mj-lt"/>
              </a:rPr>
              <a:t>Environmental Factors</a:t>
            </a:r>
          </a:p>
        </p:txBody>
      </p:sp>
      <p:sp>
        <p:nvSpPr>
          <p:cNvPr id="19" name="Arc 13"/>
          <p:cNvSpPr>
            <a:spLocks/>
          </p:cNvSpPr>
          <p:nvPr/>
        </p:nvSpPr>
        <p:spPr bwMode="auto">
          <a:xfrm rot="10800000">
            <a:off x="3676013" y="2158826"/>
            <a:ext cx="2482556" cy="650021"/>
          </a:xfrm>
          <a:custGeom>
            <a:avLst/>
            <a:gdLst>
              <a:gd name="T0" fmla="*/ 2147483647 w 21600"/>
              <a:gd name="T1" fmla="*/ 0 h 21615"/>
              <a:gd name="T2" fmla="*/ 1787040076 w 21600"/>
              <a:gd name="T3" fmla="*/ 806610648 h 21615"/>
              <a:gd name="T4" fmla="*/ 0 w 21600"/>
              <a:gd name="T5" fmla="*/ 1791193 h 21615"/>
              <a:gd name="T6" fmla="*/ 0 60000 65536"/>
              <a:gd name="T7" fmla="*/ 0 60000 65536"/>
              <a:gd name="T8" fmla="*/ 0 60000 65536"/>
              <a:gd name="T9" fmla="*/ 0 w 21600"/>
              <a:gd name="T10" fmla="*/ 0 h 21615"/>
              <a:gd name="T11" fmla="*/ 21600 w 21600"/>
              <a:gd name="T12" fmla="*/ 21615 h 21615"/>
            </a:gdLst>
            <a:ahLst/>
            <a:cxnLst>
              <a:cxn ang="T6">
                <a:pos x="T0" y="T1"/>
              </a:cxn>
              <a:cxn ang="T7">
                <a:pos x="T2" y="T3"/>
              </a:cxn>
              <a:cxn ang="T8">
                <a:pos x="T4" y="T5"/>
              </a:cxn>
            </a:cxnLst>
            <a:rect l="T9" t="T10" r="T11" b="T12"/>
            <a:pathLst>
              <a:path w="21600" h="21615" fill="none" extrusionOk="0">
                <a:moveTo>
                  <a:pt x="21599" y="0"/>
                </a:moveTo>
                <a:cubicBezTo>
                  <a:pt x="21599" y="16"/>
                  <a:pt x="21600" y="32"/>
                  <a:pt x="21600" y="48"/>
                </a:cubicBezTo>
                <a:cubicBezTo>
                  <a:pt x="21600" y="11515"/>
                  <a:pt x="12638" y="20984"/>
                  <a:pt x="1188" y="21615"/>
                </a:cubicBezTo>
              </a:path>
              <a:path w="21600" h="21615" stroke="0" extrusionOk="0">
                <a:moveTo>
                  <a:pt x="21599" y="0"/>
                </a:moveTo>
                <a:cubicBezTo>
                  <a:pt x="21599" y="16"/>
                  <a:pt x="21600" y="32"/>
                  <a:pt x="21600" y="48"/>
                </a:cubicBezTo>
                <a:cubicBezTo>
                  <a:pt x="21600" y="11515"/>
                  <a:pt x="12638" y="20984"/>
                  <a:pt x="1188" y="21615"/>
                </a:cubicBezTo>
                <a:lnTo>
                  <a:pt x="0" y="48"/>
                </a:lnTo>
                <a:close/>
              </a:path>
            </a:pathLst>
          </a:custGeom>
          <a:noFill/>
          <a:ln w="50800" cap="rnd">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20" name="Arc 14"/>
          <p:cNvSpPr>
            <a:spLocks/>
          </p:cNvSpPr>
          <p:nvPr/>
        </p:nvSpPr>
        <p:spPr bwMode="auto">
          <a:xfrm rot="10800000">
            <a:off x="3617277" y="3363554"/>
            <a:ext cx="355105" cy="391442"/>
          </a:xfrm>
          <a:custGeom>
            <a:avLst/>
            <a:gdLst>
              <a:gd name="T0" fmla="*/ 0 w 21697"/>
              <a:gd name="T1" fmla="*/ 0 h 21600"/>
              <a:gd name="T2" fmla="*/ 94244170 w 21697"/>
              <a:gd name="T3" fmla="*/ 175749410 h 21600"/>
              <a:gd name="T4" fmla="*/ 421430 w 21697"/>
              <a:gd name="T5" fmla="*/ 176394623 h 21600"/>
              <a:gd name="T6" fmla="*/ 0 60000 65536"/>
              <a:gd name="T7" fmla="*/ 0 60000 65536"/>
              <a:gd name="T8" fmla="*/ 0 60000 65536"/>
              <a:gd name="T9" fmla="*/ 0 w 21697"/>
              <a:gd name="T10" fmla="*/ 0 h 21600"/>
              <a:gd name="T11" fmla="*/ 21697 w 21697"/>
              <a:gd name="T12" fmla="*/ 21600 h 21600"/>
            </a:gdLst>
            <a:ahLst/>
            <a:cxnLst>
              <a:cxn ang="T6">
                <a:pos x="T0" y="T1"/>
              </a:cxn>
              <a:cxn ang="T7">
                <a:pos x="T2" y="T3"/>
              </a:cxn>
              <a:cxn ang="T8">
                <a:pos x="T4" y="T5"/>
              </a:cxn>
            </a:cxnLst>
            <a:rect l="T9" t="T10" r="T11" b="T12"/>
            <a:pathLst>
              <a:path w="21697" h="21600" fill="none" extrusionOk="0">
                <a:moveTo>
                  <a:pt x="0" y="0"/>
                </a:moveTo>
                <a:cubicBezTo>
                  <a:pt x="32" y="0"/>
                  <a:pt x="64" y="-1"/>
                  <a:pt x="97" y="0"/>
                </a:cubicBezTo>
                <a:cubicBezTo>
                  <a:pt x="11995" y="0"/>
                  <a:pt x="21653" y="9622"/>
                  <a:pt x="21696" y="21521"/>
                </a:cubicBezTo>
              </a:path>
              <a:path w="21697" h="21600" stroke="0" extrusionOk="0">
                <a:moveTo>
                  <a:pt x="0" y="0"/>
                </a:moveTo>
                <a:cubicBezTo>
                  <a:pt x="32" y="0"/>
                  <a:pt x="64" y="-1"/>
                  <a:pt x="97" y="0"/>
                </a:cubicBezTo>
                <a:cubicBezTo>
                  <a:pt x="11995" y="0"/>
                  <a:pt x="21653" y="9622"/>
                  <a:pt x="21696" y="21521"/>
                </a:cubicBezTo>
                <a:lnTo>
                  <a:pt x="97" y="21600"/>
                </a:lnTo>
                <a:close/>
              </a:path>
            </a:pathLst>
          </a:custGeom>
          <a:noFill/>
          <a:ln w="50800" cap="rnd">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21" name="Arc 15"/>
          <p:cNvSpPr>
            <a:spLocks/>
          </p:cNvSpPr>
          <p:nvPr/>
        </p:nvSpPr>
        <p:spPr bwMode="auto">
          <a:xfrm rot="10800000">
            <a:off x="4252277" y="4030478"/>
            <a:ext cx="355105" cy="521446"/>
          </a:xfrm>
          <a:custGeom>
            <a:avLst/>
            <a:gdLst>
              <a:gd name="T0" fmla="*/ 0 w 21697"/>
              <a:gd name="T1" fmla="*/ 0 h 21600"/>
              <a:gd name="T2" fmla="*/ 94244170 w 21697"/>
              <a:gd name="T3" fmla="*/ 415836783 h 21600"/>
              <a:gd name="T4" fmla="*/ 421430 w 21697"/>
              <a:gd name="T5" fmla="*/ 416975913 h 21600"/>
              <a:gd name="T6" fmla="*/ 0 60000 65536"/>
              <a:gd name="T7" fmla="*/ 0 60000 65536"/>
              <a:gd name="T8" fmla="*/ 0 60000 65536"/>
              <a:gd name="T9" fmla="*/ 0 w 21697"/>
              <a:gd name="T10" fmla="*/ 0 h 21600"/>
              <a:gd name="T11" fmla="*/ 21697 w 21697"/>
              <a:gd name="T12" fmla="*/ 21600 h 21600"/>
            </a:gdLst>
            <a:ahLst/>
            <a:cxnLst>
              <a:cxn ang="T6">
                <a:pos x="T0" y="T1"/>
              </a:cxn>
              <a:cxn ang="T7">
                <a:pos x="T2" y="T3"/>
              </a:cxn>
              <a:cxn ang="T8">
                <a:pos x="T4" y="T5"/>
              </a:cxn>
            </a:cxnLst>
            <a:rect l="T9" t="T10" r="T11" b="T12"/>
            <a:pathLst>
              <a:path w="21697" h="21600" fill="none" extrusionOk="0">
                <a:moveTo>
                  <a:pt x="0" y="0"/>
                </a:moveTo>
                <a:cubicBezTo>
                  <a:pt x="32" y="0"/>
                  <a:pt x="64" y="-1"/>
                  <a:pt x="97" y="0"/>
                </a:cubicBezTo>
                <a:cubicBezTo>
                  <a:pt x="12003" y="0"/>
                  <a:pt x="21664" y="9634"/>
                  <a:pt x="21696" y="21541"/>
                </a:cubicBezTo>
              </a:path>
              <a:path w="21697" h="21600" stroke="0" extrusionOk="0">
                <a:moveTo>
                  <a:pt x="0" y="0"/>
                </a:moveTo>
                <a:cubicBezTo>
                  <a:pt x="32" y="0"/>
                  <a:pt x="64" y="-1"/>
                  <a:pt x="97" y="0"/>
                </a:cubicBezTo>
                <a:cubicBezTo>
                  <a:pt x="12003" y="0"/>
                  <a:pt x="21664" y="9634"/>
                  <a:pt x="21696" y="21541"/>
                </a:cubicBezTo>
                <a:lnTo>
                  <a:pt x="97" y="21600"/>
                </a:lnTo>
                <a:close/>
              </a:path>
            </a:pathLst>
          </a:custGeom>
          <a:noFill/>
          <a:ln w="50800" cap="rnd">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22" name="Line 16"/>
          <p:cNvSpPr>
            <a:spLocks noChangeShapeType="1"/>
          </p:cNvSpPr>
          <p:nvPr/>
        </p:nvSpPr>
        <p:spPr bwMode="auto">
          <a:xfrm flipV="1">
            <a:off x="7214552" y="4382379"/>
            <a:ext cx="514345" cy="17143"/>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3" name="Arc 17"/>
          <p:cNvSpPr>
            <a:spLocks/>
          </p:cNvSpPr>
          <p:nvPr/>
        </p:nvSpPr>
        <p:spPr bwMode="auto">
          <a:xfrm rot="5400000">
            <a:off x="10178284" y="3910113"/>
            <a:ext cx="465728" cy="624222"/>
          </a:xfrm>
          <a:custGeom>
            <a:avLst/>
            <a:gdLst>
              <a:gd name="T0" fmla="*/ 0 w 21600"/>
              <a:gd name="T1" fmla="*/ 0 h 21600"/>
              <a:gd name="T2" fmla="*/ 297088856 w 21600"/>
              <a:gd name="T3" fmla="*/ 516525638 h 21600"/>
              <a:gd name="T4" fmla="*/ 0 w 21600"/>
              <a:gd name="T5" fmla="*/ 51652563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50800" cap="rnd">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25" name="Arc 18"/>
          <p:cNvSpPr>
            <a:spLocks/>
          </p:cNvSpPr>
          <p:nvPr/>
        </p:nvSpPr>
        <p:spPr bwMode="auto">
          <a:xfrm rot="5400000">
            <a:off x="10960659" y="3326495"/>
            <a:ext cx="454297" cy="348737"/>
          </a:xfrm>
          <a:custGeom>
            <a:avLst/>
            <a:gdLst>
              <a:gd name="T0" fmla="*/ 0 w 21668"/>
              <a:gd name="T1" fmla="*/ 0 h 21600"/>
              <a:gd name="T2" fmla="*/ 274021465 w 21668"/>
              <a:gd name="T3" fmla="*/ 89654755 h 21600"/>
              <a:gd name="T4" fmla="*/ 859796 w 21668"/>
              <a:gd name="T5" fmla="*/ 90067443 h 21600"/>
              <a:gd name="T6" fmla="*/ 0 60000 65536"/>
              <a:gd name="T7" fmla="*/ 0 60000 65536"/>
              <a:gd name="T8" fmla="*/ 0 60000 65536"/>
              <a:gd name="T9" fmla="*/ 0 w 21668"/>
              <a:gd name="T10" fmla="*/ 0 h 21600"/>
              <a:gd name="T11" fmla="*/ 21668 w 21668"/>
              <a:gd name="T12" fmla="*/ 21600 h 21600"/>
            </a:gdLst>
            <a:ahLst/>
            <a:cxnLst>
              <a:cxn ang="T6">
                <a:pos x="T0" y="T1"/>
              </a:cxn>
              <a:cxn ang="T7">
                <a:pos x="T2" y="T3"/>
              </a:cxn>
              <a:cxn ang="T8">
                <a:pos x="T4" y="T5"/>
              </a:cxn>
            </a:cxnLst>
            <a:rect l="T9" t="T10" r="T11" b="T12"/>
            <a:pathLst>
              <a:path w="21668" h="21600" fill="none" extrusionOk="0">
                <a:moveTo>
                  <a:pt x="0" y="0"/>
                </a:moveTo>
                <a:cubicBezTo>
                  <a:pt x="22" y="0"/>
                  <a:pt x="45" y="-1"/>
                  <a:pt x="68" y="0"/>
                </a:cubicBezTo>
                <a:cubicBezTo>
                  <a:pt x="11958" y="0"/>
                  <a:pt x="21613" y="9610"/>
                  <a:pt x="21667" y="21501"/>
                </a:cubicBezTo>
              </a:path>
              <a:path w="21668" h="21600" stroke="0" extrusionOk="0">
                <a:moveTo>
                  <a:pt x="0" y="0"/>
                </a:moveTo>
                <a:cubicBezTo>
                  <a:pt x="22" y="0"/>
                  <a:pt x="45" y="-1"/>
                  <a:pt x="68" y="0"/>
                </a:cubicBezTo>
                <a:cubicBezTo>
                  <a:pt x="11958" y="0"/>
                  <a:pt x="21613" y="9610"/>
                  <a:pt x="21667" y="21501"/>
                </a:cubicBezTo>
                <a:lnTo>
                  <a:pt x="68" y="21600"/>
                </a:lnTo>
                <a:close/>
              </a:path>
            </a:pathLst>
          </a:custGeom>
          <a:noFill/>
          <a:ln w="50800" cap="rnd">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26" name="Arc 19"/>
          <p:cNvSpPr>
            <a:spLocks/>
          </p:cNvSpPr>
          <p:nvPr/>
        </p:nvSpPr>
        <p:spPr bwMode="auto">
          <a:xfrm rot="10800000">
            <a:off x="8989376" y="2223115"/>
            <a:ext cx="2269173" cy="585734"/>
          </a:xfrm>
          <a:custGeom>
            <a:avLst/>
            <a:gdLst>
              <a:gd name="T0" fmla="*/ 2147483647 w 21600"/>
              <a:gd name="T1" fmla="*/ 590996938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0800" cap="rnd">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latin typeface="+mj-lt"/>
            </a:endParaRPr>
          </a:p>
        </p:txBody>
      </p:sp>
      <p:sp>
        <p:nvSpPr>
          <p:cNvPr id="27" name="Line 20"/>
          <p:cNvSpPr>
            <a:spLocks noChangeShapeType="1"/>
          </p:cNvSpPr>
          <p:nvPr/>
        </p:nvSpPr>
        <p:spPr bwMode="auto">
          <a:xfrm>
            <a:off x="6435089" y="3008874"/>
            <a:ext cx="2140188" cy="0"/>
          </a:xfrm>
          <a:prstGeom prst="line">
            <a:avLst/>
          </a:prstGeom>
          <a:noFill/>
          <a:ln w="50800">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8" name="Line 21"/>
          <p:cNvSpPr>
            <a:spLocks noChangeShapeType="1"/>
          </p:cNvSpPr>
          <p:nvPr/>
        </p:nvSpPr>
        <p:spPr bwMode="auto">
          <a:xfrm>
            <a:off x="6816090" y="3770874"/>
            <a:ext cx="1375836" cy="0"/>
          </a:xfrm>
          <a:prstGeom prst="line">
            <a:avLst/>
          </a:prstGeom>
          <a:noFill/>
          <a:ln w="50800">
            <a:solidFill>
              <a:schemeClr val="tx1"/>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 name="Line 22"/>
          <p:cNvSpPr>
            <a:spLocks noChangeShapeType="1"/>
          </p:cNvSpPr>
          <p:nvPr/>
        </p:nvSpPr>
        <p:spPr bwMode="auto">
          <a:xfrm>
            <a:off x="4106228" y="4112464"/>
            <a:ext cx="0" cy="1301473"/>
          </a:xfrm>
          <a:prstGeom prst="line">
            <a:avLst/>
          </a:prstGeom>
          <a:noFill/>
          <a:ln w="1016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 name="Line 23"/>
          <p:cNvSpPr>
            <a:spLocks noChangeShapeType="1"/>
          </p:cNvSpPr>
          <p:nvPr/>
        </p:nvSpPr>
        <p:spPr bwMode="auto">
          <a:xfrm flipV="1">
            <a:off x="6436678" y="5311417"/>
            <a:ext cx="992066" cy="391442"/>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 name="Line 24"/>
          <p:cNvSpPr>
            <a:spLocks noChangeShapeType="1"/>
          </p:cNvSpPr>
          <p:nvPr/>
        </p:nvSpPr>
        <p:spPr bwMode="auto">
          <a:xfrm>
            <a:off x="6439852" y="5739086"/>
            <a:ext cx="922001" cy="325726"/>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 name="Rectangle 26"/>
          <p:cNvSpPr>
            <a:spLocks noChangeArrowheads="1"/>
          </p:cNvSpPr>
          <p:nvPr/>
        </p:nvSpPr>
        <p:spPr bwMode="auto">
          <a:xfrm>
            <a:off x="5141277" y="6379148"/>
            <a:ext cx="398232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a:spcBef>
                <a:spcPct val="20000"/>
              </a:spcBef>
            </a:pPr>
            <a:r>
              <a:rPr lang="en-US" altLang="en-US" sz="2400" b="0" i="1">
                <a:latin typeface="+mj-lt"/>
              </a:rPr>
              <a:t>Closed loop feedback system</a:t>
            </a:r>
          </a:p>
        </p:txBody>
      </p:sp>
    </p:spTree>
    <p:extLst>
      <p:ext uri="{BB962C8B-B14F-4D97-AF65-F5344CB8AC3E}">
        <p14:creationId xmlns:p14="http://schemas.microsoft.com/office/powerpoint/2010/main" val="3946792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625C29-035B-40C6-A2AE-06FF53904F42}"/>
              </a:ext>
            </a:extLst>
          </p:cNvPr>
          <p:cNvSpPr>
            <a:spLocks noGrp="1"/>
          </p:cNvSpPr>
          <p:nvPr>
            <p:ph type="title"/>
          </p:nvPr>
        </p:nvSpPr>
        <p:spPr>
          <a:xfrm>
            <a:off x="644951" y="607124"/>
            <a:ext cx="13340500" cy="683264"/>
          </a:xfrm>
        </p:spPr>
        <p:txBody>
          <a:bodyPr/>
          <a:lstStyle/>
          <a:p>
            <a:r>
              <a:rPr lang="en-US" altLang="en-US" dirty="0"/>
              <a:t>Example : Some Metrics at KPIT Technologies Ltd</a:t>
            </a:r>
            <a:endParaRPr lang="en-US" dirty="0"/>
          </a:p>
        </p:txBody>
      </p:sp>
      <p:sp>
        <p:nvSpPr>
          <p:cNvPr id="6" name="Slide Number Placeholder 5"/>
          <p:cNvSpPr>
            <a:spLocks noGrp="1"/>
          </p:cNvSpPr>
          <p:nvPr>
            <p:ph type="sldNum" sz="quarter" idx="10"/>
          </p:nvPr>
        </p:nvSpPr>
        <p:spPr/>
        <p:txBody>
          <a:bodyPr/>
          <a:lstStyle/>
          <a:p>
            <a:fld id="{19A725F3-83D0-4529-A15C-9D644B8C51E0}" type="slidenum">
              <a:rPr lang="en-US" smtClean="0"/>
              <a:pPr/>
              <a:t>19</a:t>
            </a:fld>
            <a:endParaRPr lang="en-US"/>
          </a:p>
        </p:txBody>
      </p:sp>
      <p:sp>
        <p:nvSpPr>
          <p:cNvPr id="5" name="Date Placeholder 4"/>
          <p:cNvSpPr>
            <a:spLocks noGrp="1"/>
          </p:cNvSpPr>
          <p:nvPr>
            <p:ph type="dt" sz="half" idx="12"/>
          </p:nvPr>
        </p:nvSpPr>
        <p:spPr/>
        <p:txBody>
          <a:bodyPr/>
          <a:lstStyle/>
          <a:p>
            <a:fld id="{304B5763-5C68-49D6-AC9A-A4643E4FB62F}" type="datetime1">
              <a:rPr lang="en-US" smtClean="0"/>
              <a:t>1/7/2020</a:t>
            </a:fld>
            <a:endParaRPr lang="en-US" dirty="0"/>
          </a:p>
        </p:txBody>
      </p:sp>
      <p:graphicFrame>
        <p:nvGraphicFramePr>
          <p:cNvPr id="9" name="Object 2">
            <a:hlinkClick r:id="" action="ppaction://ole?verb=0"/>
          </p:cNvPr>
          <p:cNvGraphicFramePr>
            <a:graphicFrameLocks/>
          </p:cNvGraphicFramePr>
          <p:nvPr>
            <p:extLst>
              <p:ext uri="{D42A27DB-BD31-4B8C-83A1-F6EECF244321}">
                <p14:modId xmlns:p14="http://schemas.microsoft.com/office/powerpoint/2010/main" val="4269836208"/>
              </p:ext>
            </p:extLst>
          </p:nvPr>
        </p:nvGraphicFramePr>
        <p:xfrm>
          <a:off x="1280160" y="1731637"/>
          <a:ext cx="11468100" cy="5180557"/>
        </p:xfrm>
        <a:graphic>
          <a:graphicData uri="http://schemas.openxmlformats.org/presentationml/2006/ole">
            <mc:AlternateContent xmlns:mc="http://schemas.openxmlformats.org/markup-compatibility/2006">
              <mc:Choice xmlns:v="urn:schemas-microsoft-com:vml" Requires="v">
                <p:oleObj spid="_x0000_s13363" name="Document" r:id="rId4" imgW="8180280" imgH="4644720" progId="Word.Document.8">
                  <p:embed/>
                </p:oleObj>
              </mc:Choice>
              <mc:Fallback>
                <p:oleObj name="Document" r:id="rId4" imgW="8180280" imgH="4644720" progId="Word.Documen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0160" y="1731637"/>
                        <a:ext cx="11468100" cy="518055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57310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5AA4D912-9166-4CBB-A1A0-1AC2AE1F9ABF}"/>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a:stretch>
            <a:fillRect/>
          </a:stretch>
        </p:blipFill>
        <p:spPr/>
      </p:pic>
      <p:sp>
        <p:nvSpPr>
          <p:cNvPr id="5" name="Title 4">
            <a:extLst>
              <a:ext uri="{FF2B5EF4-FFF2-40B4-BE49-F238E27FC236}">
                <a16:creationId xmlns:a16="http://schemas.microsoft.com/office/drawing/2014/main" id="{8A6D6D4A-1329-4E81-9AA5-60ED79B243CF}"/>
              </a:ext>
            </a:extLst>
          </p:cNvPr>
          <p:cNvSpPr>
            <a:spLocks noGrp="1"/>
          </p:cNvSpPr>
          <p:nvPr>
            <p:ph type="title"/>
          </p:nvPr>
        </p:nvSpPr>
        <p:spPr/>
        <p:txBody>
          <a:bodyPr/>
          <a:lstStyle/>
          <a:p>
            <a:r>
              <a:rPr lang="en-US" dirty="0"/>
              <a:t>Thank You</a:t>
            </a:r>
          </a:p>
        </p:txBody>
      </p:sp>
      <p:sp>
        <p:nvSpPr>
          <p:cNvPr id="4" name="Date Placeholder 3">
            <a:extLst>
              <a:ext uri="{FF2B5EF4-FFF2-40B4-BE49-F238E27FC236}">
                <a16:creationId xmlns:a16="http://schemas.microsoft.com/office/drawing/2014/main" id="{634D76B4-9E62-45F2-AE6A-30EA4B66EC5C}"/>
              </a:ext>
            </a:extLst>
          </p:cNvPr>
          <p:cNvSpPr>
            <a:spLocks noGrp="1"/>
          </p:cNvSpPr>
          <p:nvPr>
            <p:ph type="dt" sz="half" idx="17"/>
          </p:nvPr>
        </p:nvSpPr>
        <p:spPr/>
        <p:txBody>
          <a:bodyPr/>
          <a:lstStyle/>
          <a:p>
            <a:fld id="{9CF93D67-5D82-4BC3-B7F6-06B738CB276D}" type="datetime1">
              <a:rPr lang="en-US" smtClean="0"/>
              <a:t>1/7/2020</a:t>
            </a:fld>
            <a:endParaRPr lang="en-US"/>
          </a:p>
        </p:txBody>
      </p:sp>
      <p:sp>
        <p:nvSpPr>
          <p:cNvPr id="3" name="Slide Number Placeholder 2">
            <a:extLst>
              <a:ext uri="{FF2B5EF4-FFF2-40B4-BE49-F238E27FC236}">
                <a16:creationId xmlns:a16="http://schemas.microsoft.com/office/drawing/2014/main" id="{08EC0A8B-6838-48A3-A344-41215E212C44}"/>
              </a:ext>
            </a:extLst>
          </p:cNvPr>
          <p:cNvSpPr>
            <a:spLocks noGrp="1"/>
          </p:cNvSpPr>
          <p:nvPr>
            <p:ph type="sldNum" sz="quarter" idx="19"/>
          </p:nvPr>
        </p:nvSpPr>
        <p:spPr/>
        <p:txBody>
          <a:bodyPr/>
          <a:lstStyle/>
          <a:p>
            <a:fld id="{19A725F3-83D0-4529-A15C-9D644B8C51E0}" type="slidenum">
              <a:rPr lang="en-US" smtClean="0"/>
              <a:pPr/>
              <a:t>20</a:t>
            </a:fld>
            <a:endParaRPr lang="en-US"/>
          </a:p>
        </p:txBody>
      </p:sp>
    </p:spTree>
    <p:extLst>
      <p:ext uri="{BB962C8B-B14F-4D97-AF65-F5344CB8AC3E}">
        <p14:creationId xmlns:p14="http://schemas.microsoft.com/office/powerpoint/2010/main" val="145565845"/>
      </p:ext>
    </p:extLst>
  </p:cSld>
  <p:clrMapOvr>
    <a:masterClrMapping/>
  </p:clrMapOvr>
</p:sld>
</file>

<file path=ppt/theme/theme1.xml><?xml version="1.0" encoding="utf-8"?>
<a:theme xmlns:a="http://schemas.openxmlformats.org/drawingml/2006/main" name="KPIT">
  <a:themeElements>
    <a:clrScheme name="KPIT Colour Palette">
      <a:dk1>
        <a:srgbClr val="161718"/>
      </a:dk1>
      <a:lt1>
        <a:srgbClr val="FFFFFF"/>
      </a:lt1>
      <a:dk2>
        <a:srgbClr val="4D5154"/>
      </a:dk2>
      <a:lt2>
        <a:srgbClr val="E6E7E8"/>
      </a:lt2>
      <a:accent1>
        <a:srgbClr val="B0FF45"/>
      </a:accent1>
      <a:accent2>
        <a:srgbClr val="8FDB00"/>
      </a:accent2>
      <a:accent3>
        <a:srgbClr val="428003"/>
      </a:accent3>
      <a:accent4>
        <a:srgbClr val="753DFF"/>
      </a:accent4>
      <a:accent5>
        <a:srgbClr val="622AD8"/>
      </a:accent5>
      <a:accent6>
        <a:srgbClr val="7F7F7F"/>
      </a:accent6>
      <a:hlink>
        <a:srgbClr val="753DFF"/>
      </a:hlink>
      <a:folHlink>
        <a:srgbClr val="A5A5A5"/>
      </a:folHlink>
    </a:clrScheme>
    <a:fontScheme name="KPIT">
      <a:majorFont>
        <a:latin typeface="Work Sans Medium"/>
        <a:ea typeface=""/>
        <a:cs typeface=""/>
      </a:majorFont>
      <a:minorFont>
        <a:latin typeface="Work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_Template.potx" id="{EC1C2989-5ED9-492E-ACEE-801C464CEE49}" vid="{81ED022E-040A-4949-B352-FF86EFC925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76503A751F2B49816500A1D4503F72" ma:contentTypeVersion="0" ma:contentTypeDescription="Create a new document." ma:contentTypeScope="" ma:versionID="37deb97729d9ab30c43ca4bdca505e3d">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BF7A4333-DDC9-4396-88CB-32F10EF89F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25B59595-ED73-488E-A4A7-8238AA5B8631}">
  <ds:schemaRefs>
    <ds:schemaRef ds:uri="http://schemas.microsoft.com/sharepoint/v3/contenttype/forms"/>
  </ds:schemaRefs>
</ds:datastoreItem>
</file>

<file path=customXml/itemProps3.xml><?xml version="1.0" encoding="utf-8"?>
<ds:datastoreItem xmlns:ds="http://schemas.openxmlformats.org/officeDocument/2006/customXml" ds:itemID="{C95450F3-7A75-4599-8E03-BD55157DA506}">
  <ds:schemaRefs>
    <ds:schemaRef ds:uri="http://purl.org/dc/dcmitype/"/>
    <ds:schemaRef ds:uri="http://www.w3.org/XML/1998/namespace"/>
    <ds:schemaRef ds:uri="http://purl.org/dc/elements/1.1/"/>
    <ds:schemaRef ds:uri="http://schemas.microsoft.com/office/2006/documentManagement/types"/>
    <ds:schemaRef ds:uri="http://purl.org/dc/term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Presentation_Template</Template>
  <TotalTime>8830</TotalTime>
  <Words>2508</Words>
  <Application>Microsoft Office PowerPoint</Application>
  <PresentationFormat>Custom</PresentationFormat>
  <Paragraphs>317</Paragraphs>
  <Slides>20</Slides>
  <Notes>19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20</vt:i4>
      </vt:variant>
    </vt:vector>
  </HeadingPairs>
  <TitlesOfParts>
    <vt:vector size="30" baseType="lpstr">
      <vt:lpstr>Arial</vt:lpstr>
      <vt:lpstr>Calibri</vt:lpstr>
      <vt:lpstr>Segoe UI</vt:lpstr>
      <vt:lpstr>Trebuchet MS</vt:lpstr>
      <vt:lpstr>Work Sans</vt:lpstr>
      <vt:lpstr>Work Sans Light</vt:lpstr>
      <vt:lpstr>Work Sans Medium</vt:lpstr>
      <vt:lpstr>KPIT</vt:lpstr>
      <vt:lpstr>Clip</vt:lpstr>
      <vt:lpstr>Document</vt:lpstr>
      <vt:lpstr>Basic Software Development  Process Methodology  Unit 5 – STAR Process</vt:lpstr>
      <vt:lpstr>STAR Process</vt:lpstr>
      <vt:lpstr>STAR Process</vt:lpstr>
      <vt:lpstr>STAR Process</vt:lpstr>
      <vt:lpstr>What is a Metric?</vt:lpstr>
      <vt:lpstr>Why do we need metrics?</vt:lpstr>
      <vt:lpstr>Metrics Initiation</vt:lpstr>
      <vt:lpstr>Objectives of  Metrics Collection</vt:lpstr>
      <vt:lpstr>Metrics Types</vt:lpstr>
      <vt:lpstr>We’re Only Human</vt:lpstr>
      <vt:lpstr>We’re Only Human</vt:lpstr>
      <vt:lpstr>STAR Process </vt:lpstr>
      <vt:lpstr>Software Metrics</vt:lpstr>
      <vt:lpstr>Good Software Metrics Characteristics</vt:lpstr>
      <vt:lpstr>Potential Metrics Audiences / Users</vt:lpstr>
      <vt:lpstr>Levels of Metric Application </vt:lpstr>
      <vt:lpstr>Screen Roles</vt:lpstr>
      <vt:lpstr>Metrics and Organizational Goals</vt:lpstr>
      <vt:lpstr>Example : Some Metrics at KPIT Technologies Ltd</vt:lpstr>
      <vt:lpstr>Thank You</vt:lpstr>
    </vt:vector>
  </TitlesOfParts>
  <Company>KPIT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SDPM STAR</dc:title>
  <dc:creator>KPIT</dc:creator>
  <dc:description>Config ID: CGSPGAPA PA 006_x000d_
_x000d_
Refer Revision History.txt for details</dc:description>
  <cp:lastModifiedBy>Kavitha Buradagunta</cp:lastModifiedBy>
  <cp:revision>336</cp:revision>
  <dcterms:created xsi:type="dcterms:W3CDTF">2013-08-13T05:50:28Z</dcterms:created>
  <dcterms:modified xsi:type="dcterms:W3CDTF">2020-01-07T06:51:29Z</dcterms:modified>
</cp:coreProperties>
</file>