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lsm" ContentType="application/vnd.ms-excel.sheet.macroEnabled.12"/>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9" r:id="rId4"/>
  </p:sldMasterIdLst>
  <p:notesMasterIdLst>
    <p:notesMasterId r:id="rId16"/>
  </p:notesMasterIdLst>
  <p:handoutMasterIdLst>
    <p:handoutMasterId r:id="rId17"/>
  </p:handoutMasterIdLst>
  <p:sldIdLst>
    <p:sldId id="299" r:id="rId5"/>
    <p:sldId id="296" r:id="rId6"/>
    <p:sldId id="297" r:id="rId7"/>
    <p:sldId id="322" r:id="rId8"/>
    <p:sldId id="307" r:id="rId9"/>
    <p:sldId id="305" r:id="rId10"/>
    <p:sldId id="308" r:id="rId11"/>
    <p:sldId id="442" r:id="rId12"/>
    <p:sldId id="446" r:id="rId13"/>
    <p:sldId id="444" r:id="rId14"/>
    <p:sldId id="445" r:id="rId15"/>
  </p:sldIdLst>
  <p:sldSz cx="14630400" cy="82296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92">
          <p15:clr>
            <a:srgbClr val="A4A3A4"/>
          </p15:clr>
        </p15:guide>
        <p15:guide id="2" pos="4608">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ECDF5"/>
    <a:srgbClr val="0089CF"/>
    <a:srgbClr val="FDFDFD"/>
    <a:srgbClr val="E8E8E8"/>
    <a:srgbClr val="F9F9F9"/>
    <a:srgbClr val="D7DF2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931" autoAdjust="0"/>
    <p:restoredTop sz="74506" autoAdjust="0"/>
  </p:normalViewPr>
  <p:slideViewPr>
    <p:cSldViewPr snapToGrid="0">
      <p:cViewPr varScale="1">
        <p:scale>
          <a:sx n="42" d="100"/>
          <a:sy n="42" d="100"/>
        </p:scale>
        <p:origin x="1626" y="60"/>
      </p:cViewPr>
      <p:guideLst>
        <p:guide orient="horz" pos="2592"/>
        <p:guide pos="4608"/>
      </p:guideLst>
    </p:cSldViewPr>
  </p:slid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57" d="100"/>
          <a:sy n="57" d="100"/>
        </p:scale>
        <p:origin x="2808" y="1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image" Target="../media/image10.wmf"/><Relationship Id="rId6" Type="http://schemas.openxmlformats.org/officeDocument/2006/relationships/image" Target="../media/image15.wmf"/><Relationship Id="rId5" Type="http://schemas.openxmlformats.org/officeDocument/2006/relationships/image" Target="../media/image14.wmf"/><Relationship Id="rId4" Type="http://schemas.openxmlformats.org/officeDocument/2006/relationships/image" Target="../media/image1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r>
              <a:rPr lang="en-US"/>
              <a:t>DD/MM/YYYY</a:t>
            </a: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0093B7C-D984-4431-B1EC-749E9461140C}" type="slidenum">
              <a:rPr lang="en-US" smtClean="0"/>
              <a:t>‹#›</a:t>
            </a:fld>
            <a:endParaRPr lang="en-US"/>
          </a:p>
        </p:txBody>
      </p:sp>
    </p:spTree>
    <p:extLst>
      <p:ext uri="{BB962C8B-B14F-4D97-AF65-F5344CB8AC3E}">
        <p14:creationId xmlns:p14="http://schemas.microsoft.com/office/powerpoint/2010/main" val="4273003752"/>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r>
              <a:rPr lang="en-US"/>
              <a:t>DD/MM/YYYY</a:t>
            </a:r>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C65261C-3A85-4AB8-ADC8-CB695DC4D818}" type="slidenum">
              <a:rPr lang="en-US" smtClean="0"/>
              <a:pPr/>
              <a:t>‹#›</a:t>
            </a:fld>
            <a:endParaRPr lang="en-US"/>
          </a:p>
        </p:txBody>
      </p:sp>
    </p:spTree>
    <p:extLst>
      <p:ext uri="{BB962C8B-B14F-4D97-AF65-F5344CB8AC3E}">
        <p14:creationId xmlns:p14="http://schemas.microsoft.com/office/powerpoint/2010/main" val="1932340157"/>
      </p:ext>
    </p:extLst>
  </p:cSld>
  <p:clrMap bg1="lt1" tx1="dk1" bg2="lt2" tx2="dk2" accent1="accent1" accent2="accent2" accent3="accent3" accent4="accent4" accent5="accent5" accent6="accent6" hlink="hlink" folHlink="folHlink"/>
  <p:hf hdr="0" ftr="0"/>
  <p:notesStyle>
    <a:lvl1pPr marL="0" algn="l" defTabSz="1306220" rtl="0" eaLnBrk="1" latinLnBrk="0" hangingPunct="1">
      <a:defRPr sz="1700" kern="1200">
        <a:solidFill>
          <a:schemeClr val="tx1"/>
        </a:solidFill>
        <a:latin typeface="+mn-lt"/>
        <a:ea typeface="+mn-ea"/>
        <a:cs typeface="+mn-cs"/>
      </a:defRPr>
    </a:lvl1pPr>
    <a:lvl2pPr marL="653110" algn="l" defTabSz="1306220" rtl="0" eaLnBrk="1" latinLnBrk="0" hangingPunct="1">
      <a:defRPr sz="1700" kern="1200">
        <a:solidFill>
          <a:schemeClr val="tx1"/>
        </a:solidFill>
        <a:latin typeface="+mn-lt"/>
        <a:ea typeface="+mn-ea"/>
        <a:cs typeface="+mn-cs"/>
      </a:defRPr>
    </a:lvl2pPr>
    <a:lvl3pPr marL="1306220" algn="l" defTabSz="1306220" rtl="0" eaLnBrk="1" latinLnBrk="0" hangingPunct="1">
      <a:defRPr sz="1700" kern="1200">
        <a:solidFill>
          <a:schemeClr val="tx1"/>
        </a:solidFill>
        <a:latin typeface="+mn-lt"/>
        <a:ea typeface="+mn-ea"/>
        <a:cs typeface="+mn-cs"/>
      </a:defRPr>
    </a:lvl3pPr>
    <a:lvl4pPr marL="1959331" algn="l" defTabSz="1306220" rtl="0" eaLnBrk="1" latinLnBrk="0" hangingPunct="1">
      <a:defRPr sz="1700" kern="1200">
        <a:solidFill>
          <a:schemeClr val="tx1"/>
        </a:solidFill>
        <a:latin typeface="+mn-lt"/>
        <a:ea typeface="+mn-ea"/>
        <a:cs typeface="+mn-cs"/>
      </a:defRPr>
    </a:lvl4pPr>
    <a:lvl5pPr marL="2612441" algn="l" defTabSz="1306220" rtl="0" eaLnBrk="1" latinLnBrk="0" hangingPunct="1">
      <a:defRPr sz="1700" kern="1200">
        <a:solidFill>
          <a:schemeClr val="tx1"/>
        </a:solidFill>
        <a:latin typeface="+mn-lt"/>
        <a:ea typeface="+mn-ea"/>
        <a:cs typeface="+mn-cs"/>
      </a:defRPr>
    </a:lvl5pPr>
    <a:lvl6pPr marL="3265551" algn="l" defTabSz="1306220" rtl="0" eaLnBrk="1" latinLnBrk="0" hangingPunct="1">
      <a:defRPr sz="1700" kern="1200">
        <a:solidFill>
          <a:schemeClr val="tx1"/>
        </a:solidFill>
        <a:latin typeface="+mn-lt"/>
        <a:ea typeface="+mn-ea"/>
        <a:cs typeface="+mn-cs"/>
      </a:defRPr>
    </a:lvl6pPr>
    <a:lvl7pPr marL="3918661" algn="l" defTabSz="1306220" rtl="0" eaLnBrk="1" latinLnBrk="0" hangingPunct="1">
      <a:defRPr sz="1700" kern="1200">
        <a:solidFill>
          <a:schemeClr val="tx1"/>
        </a:solidFill>
        <a:latin typeface="+mn-lt"/>
        <a:ea typeface="+mn-ea"/>
        <a:cs typeface="+mn-cs"/>
      </a:defRPr>
    </a:lvl7pPr>
    <a:lvl8pPr marL="4571771" algn="l" defTabSz="1306220" rtl="0" eaLnBrk="1" latinLnBrk="0" hangingPunct="1">
      <a:defRPr sz="1700" kern="1200">
        <a:solidFill>
          <a:schemeClr val="tx1"/>
        </a:solidFill>
        <a:latin typeface="+mn-lt"/>
        <a:ea typeface="+mn-ea"/>
        <a:cs typeface="+mn-cs"/>
      </a:defRPr>
    </a:lvl8pPr>
    <a:lvl9pPr marL="5224882" algn="l" defTabSz="1306220" rtl="0" eaLnBrk="1" latinLnBrk="0" hangingPunct="1">
      <a:defRPr sz="17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SDPM Training on ‘STAR Process’. </a:t>
            </a:r>
          </a:p>
          <a:p>
            <a:endParaRPr lang="en-US" dirty="0"/>
          </a:p>
        </p:txBody>
      </p:sp>
      <p:sp>
        <p:nvSpPr>
          <p:cNvPr id="4" name="Date Placeholder 3"/>
          <p:cNvSpPr>
            <a:spLocks noGrp="1"/>
          </p:cNvSpPr>
          <p:nvPr>
            <p:ph type="dt" idx="10"/>
          </p:nvPr>
        </p:nvSpPr>
        <p:spPr/>
        <p:txBody>
          <a:bodyPr/>
          <a:lstStyle/>
          <a:p>
            <a:r>
              <a:rPr lang="en-US"/>
              <a:t>DD/MM/YYYY</a:t>
            </a:r>
          </a:p>
        </p:txBody>
      </p:sp>
      <p:sp>
        <p:nvSpPr>
          <p:cNvPr id="5" name="Slide Number Placeholder 4"/>
          <p:cNvSpPr>
            <a:spLocks noGrp="1"/>
          </p:cNvSpPr>
          <p:nvPr>
            <p:ph type="sldNum" sz="quarter" idx="11"/>
          </p:nvPr>
        </p:nvSpPr>
        <p:spPr/>
        <p:txBody>
          <a:bodyPr/>
          <a:lstStyle/>
          <a:p>
            <a:fld id="{AC65261C-3A85-4AB8-ADC8-CB695DC4D818}" type="slidenum">
              <a:rPr lang="en-US" smtClean="0"/>
              <a:pPr/>
              <a:t>1</a:t>
            </a:fld>
            <a:endParaRPr lang="en-US"/>
          </a:p>
        </p:txBody>
      </p:sp>
    </p:spTree>
    <p:extLst>
      <p:ext uri="{BB962C8B-B14F-4D97-AF65-F5344CB8AC3E}">
        <p14:creationId xmlns:p14="http://schemas.microsoft.com/office/powerpoint/2010/main" val="14773915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ltLang="en-US" dirty="0">
                <a:latin typeface="Trebuchet MS" panose="020B0603020202020204" pitchFamily="34" charset="0"/>
              </a:rPr>
              <a:t>The goal of this unit is to  </a:t>
            </a:r>
            <a:r>
              <a:rPr lang="en-US" altLang="en-US" u="sng" dirty="0">
                <a:latin typeface="Trebuchet MS" panose="020B0603020202020204" pitchFamily="34" charset="0"/>
              </a:rPr>
              <a:t>familiarize</a:t>
            </a:r>
            <a:r>
              <a:rPr lang="en-US" altLang="en-US" dirty="0">
                <a:latin typeface="Trebuchet MS" panose="020B0603020202020204" pitchFamily="34" charset="0"/>
              </a:rPr>
              <a:t> the student with the </a:t>
            </a:r>
            <a:r>
              <a:rPr lang="en-US" altLang="en-US" u="sng" dirty="0">
                <a:latin typeface="Trebuchet MS" panose="020B0603020202020204" pitchFamily="34" charset="0"/>
              </a:rPr>
              <a:t>Control Reports </a:t>
            </a:r>
            <a:r>
              <a:rPr lang="en-US" altLang="en-US" dirty="0">
                <a:latin typeface="Trebuchet MS" panose="020B0603020202020204" pitchFamily="34" charset="0"/>
              </a:rPr>
              <a:t>of the </a:t>
            </a:r>
            <a:r>
              <a:rPr lang="en-US" altLang="en-US" dirty="0" err="1">
                <a:latin typeface="Trebuchet MS" panose="020B0603020202020204" pitchFamily="34" charset="0"/>
              </a:rPr>
              <a:t>KPIT</a:t>
            </a:r>
            <a:r>
              <a:rPr lang="en-US" altLang="en-US" dirty="0">
                <a:latin typeface="Trebuchet MS" panose="020B0603020202020204" pitchFamily="34" charset="0"/>
              </a:rPr>
              <a:t>  </a:t>
            </a:r>
            <a:r>
              <a:rPr lang="en-US" altLang="en-US" dirty="0" err="1">
                <a:latin typeface="Trebuchet MS" panose="020B0603020202020204" pitchFamily="34" charset="0"/>
              </a:rPr>
              <a:t>SDPM</a:t>
            </a:r>
            <a:r>
              <a:rPr lang="en-US" altLang="en-US" dirty="0">
                <a:latin typeface="Trebuchet MS" panose="020B0603020202020204" pitchFamily="34" charset="0"/>
              </a:rPr>
              <a:t>.</a:t>
            </a:r>
          </a:p>
          <a:p>
            <a:endParaRPr lang="en-US" altLang="en-US" dirty="0"/>
          </a:p>
        </p:txBody>
      </p:sp>
      <p:sp>
        <p:nvSpPr>
          <p:cNvPr id="4" name="Slide Number Placeholder 3"/>
          <p:cNvSpPr>
            <a:spLocks noGrp="1"/>
          </p:cNvSpPr>
          <p:nvPr>
            <p:ph type="sldNum" sz="quarter" idx="10"/>
          </p:nvPr>
        </p:nvSpPr>
        <p:spPr/>
        <p:txBody>
          <a:bodyPr/>
          <a:lstStyle/>
          <a:p>
            <a:fld id="{AC65261C-3A85-4AB8-ADC8-CB695DC4D818}" type="slidenum">
              <a:rPr lang="en-US" smtClean="0"/>
              <a:pPr/>
              <a:t>2</a:t>
            </a:fld>
            <a:endParaRPr lang="en-US"/>
          </a:p>
        </p:txBody>
      </p:sp>
      <p:sp>
        <p:nvSpPr>
          <p:cNvPr id="5" name="Date Placeholder 4"/>
          <p:cNvSpPr>
            <a:spLocks noGrp="1"/>
          </p:cNvSpPr>
          <p:nvPr>
            <p:ph type="dt" idx="11"/>
          </p:nvPr>
        </p:nvSpPr>
        <p:spPr/>
        <p:txBody>
          <a:bodyPr/>
          <a:lstStyle/>
          <a:p>
            <a:r>
              <a:rPr lang="en-US"/>
              <a:t>DD/MM/YYYY</a:t>
            </a:r>
          </a:p>
        </p:txBody>
      </p:sp>
    </p:spTree>
    <p:extLst>
      <p:ext uri="{BB962C8B-B14F-4D97-AF65-F5344CB8AC3E}">
        <p14:creationId xmlns:p14="http://schemas.microsoft.com/office/powerpoint/2010/main" val="5355425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This slide, shows that the </a:t>
            </a:r>
            <a:r>
              <a:rPr lang="en-US" altLang="en-US" dirty="0" err="1"/>
              <a:t>SDP</a:t>
            </a:r>
            <a:r>
              <a:rPr lang="en-US" altLang="en-US" dirty="0"/>
              <a:t> Architecture, in which all Uniphase are connected to each other. Via the Store element.</a:t>
            </a:r>
          </a:p>
          <a:p>
            <a:endParaRPr lang="en-US" altLang="en-US" dirty="0"/>
          </a:p>
          <a:p>
            <a:endParaRPr lang="en-US" dirty="0"/>
          </a:p>
        </p:txBody>
      </p:sp>
      <p:sp>
        <p:nvSpPr>
          <p:cNvPr id="4" name="Slide Number Placeholder 3"/>
          <p:cNvSpPr>
            <a:spLocks noGrp="1"/>
          </p:cNvSpPr>
          <p:nvPr>
            <p:ph type="sldNum" sz="quarter" idx="10"/>
          </p:nvPr>
        </p:nvSpPr>
        <p:spPr/>
        <p:txBody>
          <a:bodyPr/>
          <a:lstStyle/>
          <a:p>
            <a:fld id="{AC65261C-3A85-4AB8-ADC8-CB695DC4D818}" type="slidenum">
              <a:rPr lang="en-US" smtClean="0"/>
              <a:pPr/>
              <a:t>3</a:t>
            </a:fld>
            <a:endParaRPr lang="en-US"/>
          </a:p>
        </p:txBody>
      </p:sp>
      <p:sp>
        <p:nvSpPr>
          <p:cNvPr id="5" name="Date Placeholder 4"/>
          <p:cNvSpPr>
            <a:spLocks noGrp="1"/>
          </p:cNvSpPr>
          <p:nvPr>
            <p:ph type="dt" idx="11"/>
          </p:nvPr>
        </p:nvSpPr>
        <p:spPr/>
        <p:txBody>
          <a:bodyPr/>
          <a:lstStyle/>
          <a:p>
            <a:r>
              <a:rPr lang="en-US"/>
              <a:t>DD/MM/YYYY</a:t>
            </a:r>
          </a:p>
        </p:txBody>
      </p:sp>
    </p:spTree>
    <p:extLst>
      <p:ext uri="{BB962C8B-B14F-4D97-AF65-F5344CB8AC3E}">
        <p14:creationId xmlns:p14="http://schemas.microsoft.com/office/powerpoint/2010/main" val="13609191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What setting the Control Does?</a:t>
            </a:r>
          </a:p>
          <a:p>
            <a:r>
              <a:rPr lang="en-US" altLang="en-US" dirty="0"/>
              <a:t>Basically it defines the set information for </a:t>
            </a:r>
            <a:r>
              <a:rPr lang="en-US" altLang="en-US" dirty="0" err="1"/>
              <a:t>M&amp;C</a:t>
            </a:r>
            <a:r>
              <a:rPr lang="en-US" altLang="en-US" dirty="0"/>
              <a:t> element and identifies the resource &amp; mechanism required to monitor &amp; control the Process, Screen and Store element within the Uniphase.</a:t>
            </a:r>
          </a:p>
          <a:p>
            <a:r>
              <a:rPr lang="en-US" altLang="en-US" dirty="0"/>
              <a:t>E.g.: Few examples of Control reports are Process Activity report, Screen Activity report, Store Activity report, Risk management report, </a:t>
            </a:r>
            <a:r>
              <a:rPr lang="en-US" altLang="en-US" dirty="0" err="1"/>
              <a:t>etc</a:t>
            </a:r>
            <a:r>
              <a:rPr lang="en-US" altLang="en-US" dirty="0"/>
              <a:t>,</a:t>
            </a:r>
          </a:p>
        </p:txBody>
      </p:sp>
      <p:sp>
        <p:nvSpPr>
          <p:cNvPr id="4" name="Date Placeholder 3"/>
          <p:cNvSpPr>
            <a:spLocks noGrp="1"/>
          </p:cNvSpPr>
          <p:nvPr>
            <p:ph type="dt" idx="10"/>
          </p:nvPr>
        </p:nvSpPr>
        <p:spPr/>
        <p:txBody>
          <a:bodyPr/>
          <a:lstStyle/>
          <a:p>
            <a:r>
              <a:rPr lang="en-US"/>
              <a:t>DD/MM/YYYY</a:t>
            </a:r>
          </a:p>
        </p:txBody>
      </p:sp>
      <p:sp>
        <p:nvSpPr>
          <p:cNvPr id="5" name="Slide Number Placeholder 4"/>
          <p:cNvSpPr>
            <a:spLocks noGrp="1"/>
          </p:cNvSpPr>
          <p:nvPr>
            <p:ph type="sldNum" sz="quarter" idx="11"/>
          </p:nvPr>
        </p:nvSpPr>
        <p:spPr/>
        <p:txBody>
          <a:bodyPr/>
          <a:lstStyle/>
          <a:p>
            <a:fld id="{AC65261C-3A85-4AB8-ADC8-CB695DC4D818}" type="slidenum">
              <a:rPr lang="en-US" smtClean="0"/>
              <a:pPr/>
              <a:t>4</a:t>
            </a:fld>
            <a:endParaRPr lang="en-US"/>
          </a:p>
        </p:txBody>
      </p:sp>
    </p:spTree>
    <p:extLst>
      <p:ext uri="{BB962C8B-B14F-4D97-AF65-F5344CB8AC3E}">
        <p14:creationId xmlns:p14="http://schemas.microsoft.com/office/powerpoint/2010/main" val="10334355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ltLang="en-US" dirty="0"/>
              <a:t>The control flow is bi-directional from </a:t>
            </a:r>
            <a:r>
              <a:rPr lang="en-US" altLang="en-US" b="1" dirty="0" err="1"/>
              <a:t>M&amp;C</a:t>
            </a:r>
            <a:r>
              <a:rPr lang="en-US" altLang="en-US" dirty="0"/>
              <a:t> element to other elements </a:t>
            </a:r>
            <a:r>
              <a:rPr lang="en-US" altLang="en-US" b="1" dirty="0"/>
              <a:t>(</a:t>
            </a:r>
            <a:r>
              <a:rPr lang="en-US" altLang="en-US" b="1" dirty="0" err="1"/>
              <a:t>P,S</a:t>
            </a:r>
            <a:r>
              <a:rPr lang="en-US" altLang="en-US" b="1" dirty="0"/>
              <a:t> &amp; C)</a:t>
            </a:r>
            <a:r>
              <a:rPr lang="en-US" altLang="en-US" dirty="0"/>
              <a:t> of Uniphase.</a:t>
            </a:r>
          </a:p>
          <a:p>
            <a:r>
              <a:rPr lang="en-US" altLang="en-US" dirty="0"/>
              <a:t>The Management &amp; Control element collects all the required information from </a:t>
            </a:r>
            <a:r>
              <a:rPr lang="en-US" altLang="en-US" b="1" dirty="0" err="1"/>
              <a:t>P,S</a:t>
            </a:r>
            <a:r>
              <a:rPr lang="en-US" altLang="en-US" b="1" dirty="0"/>
              <a:t> &amp; C </a:t>
            </a:r>
            <a:r>
              <a:rPr lang="en-US" altLang="en-US" dirty="0"/>
              <a:t>element of Uniphase and provides necessary support to maintaining stability across all the elements of Uniphase.</a:t>
            </a:r>
          </a:p>
          <a:p>
            <a:r>
              <a:rPr lang="en-US" altLang="en-US" dirty="0"/>
              <a:t>Control Flow avoids deviation and variance in each element of Uniphase.</a:t>
            </a:r>
          </a:p>
          <a:p>
            <a:endParaRPr lang="en-US" altLang="en-US" dirty="0"/>
          </a:p>
          <a:p>
            <a:endParaRPr lang="en-US" altLang="en-US" dirty="0"/>
          </a:p>
        </p:txBody>
      </p:sp>
      <p:sp>
        <p:nvSpPr>
          <p:cNvPr id="4" name="Date Placeholder 3"/>
          <p:cNvSpPr>
            <a:spLocks noGrp="1"/>
          </p:cNvSpPr>
          <p:nvPr>
            <p:ph type="dt" idx="10"/>
          </p:nvPr>
        </p:nvSpPr>
        <p:spPr/>
        <p:txBody>
          <a:bodyPr/>
          <a:lstStyle/>
          <a:p>
            <a:r>
              <a:rPr lang="en-US"/>
              <a:t>DD/MM/YYYY</a:t>
            </a:r>
          </a:p>
        </p:txBody>
      </p:sp>
      <p:sp>
        <p:nvSpPr>
          <p:cNvPr id="5" name="Slide Number Placeholder 4"/>
          <p:cNvSpPr>
            <a:spLocks noGrp="1"/>
          </p:cNvSpPr>
          <p:nvPr>
            <p:ph type="sldNum" sz="quarter" idx="11"/>
          </p:nvPr>
        </p:nvSpPr>
        <p:spPr/>
        <p:txBody>
          <a:bodyPr/>
          <a:lstStyle/>
          <a:p>
            <a:fld id="{AC65261C-3A85-4AB8-ADC8-CB695DC4D818}" type="slidenum">
              <a:rPr lang="en-US" smtClean="0"/>
              <a:pPr/>
              <a:t>5</a:t>
            </a:fld>
            <a:endParaRPr lang="en-US"/>
          </a:p>
        </p:txBody>
      </p:sp>
    </p:spTree>
    <p:extLst>
      <p:ext uri="{BB962C8B-B14F-4D97-AF65-F5344CB8AC3E}">
        <p14:creationId xmlns:p14="http://schemas.microsoft.com/office/powerpoint/2010/main" val="19017132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The Control reports are mandatory for a given project, which will be decided during the SDPS preparation.</a:t>
            </a:r>
          </a:p>
          <a:p>
            <a:r>
              <a:rPr lang="en-US" altLang="en-US" dirty="0"/>
              <a:t>Set: The date at which, the first version of the project plan is approved.</a:t>
            </a:r>
          </a:p>
          <a:p>
            <a:r>
              <a:rPr lang="en-US" altLang="en-US" dirty="0"/>
              <a:t>Reset: As required, the SDPS will be reset after implementing the Software changes request.</a:t>
            </a:r>
          </a:p>
          <a:p>
            <a:r>
              <a:rPr lang="en-US" altLang="en-US" dirty="0"/>
              <a:t>Schedule: Indicate the activity schedule, deliverables, support function schedule, dependencies etc.</a:t>
            </a:r>
          </a:p>
          <a:p>
            <a:r>
              <a:rPr lang="en-US" altLang="en-US" dirty="0"/>
              <a:t>Person loading: This report provides, information to the management, about the resources allotted to the project and their utilization. </a:t>
            </a:r>
          </a:p>
        </p:txBody>
      </p:sp>
      <p:sp>
        <p:nvSpPr>
          <p:cNvPr id="4" name="Date Placeholder 3"/>
          <p:cNvSpPr>
            <a:spLocks noGrp="1"/>
          </p:cNvSpPr>
          <p:nvPr>
            <p:ph type="dt" idx="10"/>
          </p:nvPr>
        </p:nvSpPr>
        <p:spPr/>
        <p:txBody>
          <a:bodyPr/>
          <a:lstStyle/>
          <a:p>
            <a:r>
              <a:rPr lang="en-US"/>
              <a:t>DD/MM/YYYY</a:t>
            </a:r>
          </a:p>
        </p:txBody>
      </p:sp>
      <p:sp>
        <p:nvSpPr>
          <p:cNvPr id="5" name="Slide Number Placeholder 4"/>
          <p:cNvSpPr>
            <a:spLocks noGrp="1"/>
          </p:cNvSpPr>
          <p:nvPr>
            <p:ph type="sldNum" sz="quarter" idx="11"/>
          </p:nvPr>
        </p:nvSpPr>
        <p:spPr/>
        <p:txBody>
          <a:bodyPr/>
          <a:lstStyle/>
          <a:p>
            <a:fld id="{AC65261C-3A85-4AB8-ADC8-CB695DC4D818}" type="slidenum">
              <a:rPr lang="en-US" smtClean="0"/>
              <a:pPr/>
              <a:t>6</a:t>
            </a:fld>
            <a:endParaRPr lang="en-US"/>
          </a:p>
        </p:txBody>
      </p:sp>
    </p:spTree>
    <p:extLst>
      <p:ext uri="{BB962C8B-B14F-4D97-AF65-F5344CB8AC3E}">
        <p14:creationId xmlns:p14="http://schemas.microsoft.com/office/powerpoint/2010/main" val="18051267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Some of the Control reports generated for an project are</a:t>
            </a:r>
          </a:p>
          <a:p>
            <a:pPr>
              <a:buFontTx/>
              <a:buChar char="•"/>
            </a:pPr>
            <a:r>
              <a:rPr lang="en-US" altLang="en-US" dirty="0"/>
              <a:t>Project Status Report: Indicate the overall progress of the project, product status, Risk, Issues, metrics, Issues/concerns.</a:t>
            </a:r>
          </a:p>
          <a:p>
            <a:pPr>
              <a:buFontTx/>
              <a:buChar char="•"/>
            </a:pPr>
            <a:r>
              <a:rPr lang="en-US" altLang="en-US" dirty="0"/>
              <a:t>Process Activity Report (PAR): Indicate the activity status for the past week and activity plan for present week.</a:t>
            </a:r>
          </a:p>
          <a:p>
            <a:pPr>
              <a:buFontTx/>
              <a:buChar char="•"/>
            </a:pPr>
            <a:r>
              <a:rPr lang="en-US" altLang="en-US" dirty="0"/>
              <a:t>Screen Activity Report (SAR): Generated at the end of the screen, which indicate the product is ready for stores/baseline.</a:t>
            </a:r>
          </a:p>
          <a:p>
            <a:pPr>
              <a:buFontTx/>
              <a:buChar char="•"/>
            </a:pPr>
            <a:r>
              <a:rPr lang="en-US" altLang="en-US" dirty="0"/>
              <a:t>Store Activity report: Generate at the completion of Uniphase which provide configuration accounting status.</a:t>
            </a:r>
          </a:p>
          <a:p>
            <a:pPr>
              <a:buFontTx/>
              <a:buChar char="•"/>
            </a:pPr>
            <a:r>
              <a:rPr lang="en-US" altLang="en-US" dirty="0"/>
              <a:t>Risk Management report and so on.</a:t>
            </a:r>
          </a:p>
        </p:txBody>
      </p:sp>
      <p:sp>
        <p:nvSpPr>
          <p:cNvPr id="4" name="Date Placeholder 3"/>
          <p:cNvSpPr>
            <a:spLocks noGrp="1"/>
          </p:cNvSpPr>
          <p:nvPr>
            <p:ph type="dt" idx="10"/>
          </p:nvPr>
        </p:nvSpPr>
        <p:spPr/>
        <p:txBody>
          <a:bodyPr/>
          <a:lstStyle/>
          <a:p>
            <a:r>
              <a:rPr lang="en-US"/>
              <a:t>DD/MM/YYYY</a:t>
            </a:r>
          </a:p>
        </p:txBody>
      </p:sp>
      <p:sp>
        <p:nvSpPr>
          <p:cNvPr id="5" name="Slide Number Placeholder 4"/>
          <p:cNvSpPr>
            <a:spLocks noGrp="1"/>
          </p:cNvSpPr>
          <p:nvPr>
            <p:ph type="sldNum" sz="quarter" idx="11"/>
          </p:nvPr>
        </p:nvSpPr>
        <p:spPr/>
        <p:txBody>
          <a:bodyPr/>
          <a:lstStyle/>
          <a:p>
            <a:fld id="{AC65261C-3A85-4AB8-ADC8-CB695DC4D818}" type="slidenum">
              <a:rPr lang="en-US" smtClean="0"/>
              <a:pPr/>
              <a:t>7</a:t>
            </a:fld>
            <a:endParaRPr lang="en-US"/>
          </a:p>
        </p:txBody>
      </p:sp>
    </p:spTree>
    <p:extLst>
      <p:ext uri="{BB962C8B-B14F-4D97-AF65-F5344CB8AC3E}">
        <p14:creationId xmlns:p14="http://schemas.microsoft.com/office/powerpoint/2010/main" val="16396819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ltLang="en-US" dirty="0"/>
              <a:t>Table shows the Control reports, along with frequency for a given project.</a:t>
            </a:r>
          </a:p>
          <a:p>
            <a:r>
              <a:rPr lang="en-US" altLang="en-US" dirty="0"/>
              <a:t>The frequency defined in the above table is just an indicative, however can be changed based on need of the project.</a:t>
            </a:r>
          </a:p>
          <a:p>
            <a:r>
              <a:rPr lang="en-US" altLang="en-US" dirty="0"/>
              <a:t>During SDPS preparation, the above mentioned control reports, with frequency are defined and tracked accordingly.</a:t>
            </a:r>
          </a:p>
        </p:txBody>
      </p:sp>
      <p:sp>
        <p:nvSpPr>
          <p:cNvPr id="4" name="Date Placeholder 3"/>
          <p:cNvSpPr>
            <a:spLocks noGrp="1"/>
          </p:cNvSpPr>
          <p:nvPr>
            <p:ph type="dt" idx="10"/>
          </p:nvPr>
        </p:nvSpPr>
        <p:spPr/>
        <p:txBody>
          <a:bodyPr/>
          <a:lstStyle/>
          <a:p>
            <a:r>
              <a:rPr lang="en-US"/>
              <a:t>DD/MM/YYYY</a:t>
            </a:r>
          </a:p>
        </p:txBody>
      </p:sp>
      <p:sp>
        <p:nvSpPr>
          <p:cNvPr id="5" name="Slide Number Placeholder 4"/>
          <p:cNvSpPr>
            <a:spLocks noGrp="1"/>
          </p:cNvSpPr>
          <p:nvPr>
            <p:ph type="sldNum" sz="quarter" idx="11"/>
          </p:nvPr>
        </p:nvSpPr>
        <p:spPr/>
        <p:txBody>
          <a:bodyPr/>
          <a:lstStyle/>
          <a:p>
            <a:fld id="{AC65261C-3A85-4AB8-ADC8-CB695DC4D818}" type="slidenum">
              <a:rPr lang="en-US" smtClean="0"/>
              <a:pPr/>
              <a:t>8</a:t>
            </a:fld>
            <a:endParaRPr lang="en-US"/>
          </a:p>
        </p:txBody>
      </p:sp>
    </p:spTree>
    <p:extLst>
      <p:ext uri="{BB962C8B-B14F-4D97-AF65-F5344CB8AC3E}">
        <p14:creationId xmlns:p14="http://schemas.microsoft.com/office/powerpoint/2010/main" val="11585482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pPr hangingPunct="0"/>
            <a:r>
              <a:rPr lang="en-US" sz="1800" kern="1200" dirty="0">
                <a:solidFill>
                  <a:schemeClr val="tx1"/>
                </a:solidFill>
                <a:effectLst/>
                <a:latin typeface="+mn-lt"/>
                <a:ea typeface="+mn-ea"/>
                <a:cs typeface="+mn-cs"/>
              </a:rPr>
              <a:t>Following are the five classifications of risk impact.</a:t>
            </a:r>
          </a:p>
          <a:p>
            <a:pPr lvl="0" hangingPunct="0"/>
            <a:r>
              <a:rPr lang="en-US" sz="1800" kern="1200" dirty="0">
                <a:solidFill>
                  <a:schemeClr val="tx1"/>
                </a:solidFill>
                <a:effectLst/>
                <a:latin typeface="+mn-lt"/>
                <a:ea typeface="+mn-ea"/>
                <a:cs typeface="+mn-cs"/>
              </a:rPr>
              <a:t>Very Low</a:t>
            </a:r>
          </a:p>
          <a:p>
            <a:pPr lvl="0" hangingPunct="0"/>
            <a:r>
              <a:rPr lang="en-US" sz="1800" kern="1200" dirty="0">
                <a:solidFill>
                  <a:schemeClr val="tx1"/>
                </a:solidFill>
                <a:effectLst/>
                <a:latin typeface="+mn-lt"/>
                <a:ea typeface="+mn-ea"/>
                <a:cs typeface="+mn-cs"/>
              </a:rPr>
              <a:t>Low</a:t>
            </a:r>
          </a:p>
          <a:p>
            <a:pPr lvl="0" hangingPunct="0"/>
            <a:r>
              <a:rPr lang="en-US" sz="1800" kern="1200" dirty="0">
                <a:solidFill>
                  <a:schemeClr val="tx1"/>
                </a:solidFill>
                <a:effectLst/>
                <a:latin typeface="+mn-lt"/>
                <a:ea typeface="+mn-ea"/>
                <a:cs typeface="+mn-cs"/>
              </a:rPr>
              <a:t>Medium</a:t>
            </a:r>
          </a:p>
          <a:p>
            <a:pPr lvl="0" hangingPunct="0"/>
            <a:r>
              <a:rPr lang="en-US" sz="1800" kern="1200" dirty="0">
                <a:solidFill>
                  <a:schemeClr val="tx1"/>
                </a:solidFill>
                <a:effectLst/>
                <a:latin typeface="+mn-lt"/>
                <a:ea typeface="+mn-ea"/>
                <a:cs typeface="+mn-cs"/>
              </a:rPr>
              <a:t>High</a:t>
            </a:r>
          </a:p>
          <a:p>
            <a:pPr lvl="0" hangingPunct="0"/>
            <a:r>
              <a:rPr lang="en-US" sz="1800" kern="1200" dirty="0">
                <a:solidFill>
                  <a:schemeClr val="tx1"/>
                </a:solidFill>
                <a:effectLst/>
                <a:latin typeface="+mn-lt"/>
                <a:ea typeface="+mn-ea"/>
                <a:cs typeface="+mn-cs"/>
              </a:rPr>
              <a:t>Very High</a:t>
            </a:r>
          </a:p>
          <a:p>
            <a:pPr lvl="2" hangingPunct="0"/>
            <a:r>
              <a:rPr lang="en-US" sz="1800" kern="1200" dirty="0">
                <a:solidFill>
                  <a:schemeClr val="tx1"/>
                </a:solidFill>
                <a:effectLst/>
                <a:latin typeface="+mn-lt"/>
                <a:ea typeface="+mn-ea"/>
                <a:cs typeface="+mn-cs"/>
              </a:rPr>
              <a:t>Very Low Impact is a condition where there is hardly any possibility of schedule slippage as shown in the table below or/and less than 1% effort overrun or/and there is hardly any reduction in quality with no any impact on functionality/usability/standards.</a:t>
            </a:r>
          </a:p>
          <a:p>
            <a:pPr hangingPunct="0"/>
            <a:r>
              <a:rPr lang="en-US" sz="1800" kern="1200" dirty="0">
                <a:solidFill>
                  <a:schemeClr val="tx1"/>
                </a:solidFill>
                <a:effectLst/>
                <a:latin typeface="+mn-lt"/>
                <a:ea typeface="+mn-ea"/>
                <a:cs typeface="+mn-cs"/>
              </a:rPr>
              <a:t> </a:t>
            </a:r>
          </a:p>
          <a:p>
            <a:pPr lvl="2" hangingPunct="0"/>
            <a:r>
              <a:rPr lang="en-US" sz="1800" kern="1200" dirty="0">
                <a:solidFill>
                  <a:schemeClr val="tx1"/>
                </a:solidFill>
                <a:effectLst/>
                <a:latin typeface="+mn-lt"/>
                <a:ea typeface="+mn-ea"/>
                <a:cs typeface="+mn-cs"/>
              </a:rPr>
              <a:t>Low Impact is a condition where there is a possibility of schedule slippage as shown in the table below or/and 2% to 4% effort overrun or/and there is a slight reduction in quality with no overall impact on functionality/usability/standards. </a:t>
            </a:r>
          </a:p>
          <a:p>
            <a:pPr hangingPunct="0"/>
            <a:r>
              <a:rPr lang="en-US" sz="1800" kern="1200" dirty="0">
                <a:solidFill>
                  <a:schemeClr val="tx1"/>
                </a:solidFill>
                <a:effectLst/>
                <a:latin typeface="+mn-lt"/>
                <a:ea typeface="+mn-ea"/>
                <a:cs typeface="+mn-cs"/>
              </a:rPr>
              <a:t> </a:t>
            </a:r>
          </a:p>
          <a:p>
            <a:pPr lvl="2" hangingPunct="0"/>
            <a:r>
              <a:rPr lang="en-US" sz="1800" kern="1200" dirty="0">
                <a:solidFill>
                  <a:schemeClr val="tx1"/>
                </a:solidFill>
                <a:effectLst/>
                <a:latin typeface="+mn-lt"/>
                <a:ea typeface="+mn-ea"/>
                <a:cs typeface="+mn-cs"/>
              </a:rPr>
              <a:t>Medium Impact is a condition where there is a possibility of schedule slippage as shown in the table below or/and 4% to 7% effort overrun or/and considerable elements of scope/functionality will not be available. </a:t>
            </a:r>
          </a:p>
          <a:p>
            <a:pPr hangingPunct="0"/>
            <a:r>
              <a:rPr lang="en-US" sz="1800" kern="1200" dirty="0">
                <a:solidFill>
                  <a:schemeClr val="tx1"/>
                </a:solidFill>
                <a:effectLst/>
                <a:latin typeface="+mn-lt"/>
                <a:ea typeface="+mn-ea"/>
                <a:cs typeface="+mn-cs"/>
              </a:rPr>
              <a:t> </a:t>
            </a:r>
          </a:p>
          <a:p>
            <a:pPr lvl="2" hangingPunct="0"/>
            <a:r>
              <a:rPr lang="en-US" sz="1800" kern="1200" dirty="0">
                <a:solidFill>
                  <a:schemeClr val="tx1"/>
                </a:solidFill>
                <a:effectLst/>
                <a:latin typeface="+mn-lt"/>
                <a:ea typeface="+mn-ea"/>
                <a:cs typeface="+mn-cs"/>
              </a:rPr>
              <a:t>High Impact is a condition where there is a possibility of schedule slippage as shown in the table below or/and 7% to 10% effort overrun or/and failure to meet the considerable proportion of scope/functionality or/and the product is almost unusable.</a:t>
            </a:r>
          </a:p>
          <a:p>
            <a:pPr hangingPunct="0"/>
            <a:r>
              <a:rPr lang="en-US" sz="1800" kern="1200" dirty="0">
                <a:solidFill>
                  <a:schemeClr val="tx1"/>
                </a:solidFill>
                <a:effectLst/>
                <a:latin typeface="+mn-lt"/>
                <a:ea typeface="+mn-ea"/>
                <a:cs typeface="+mn-cs"/>
              </a:rPr>
              <a:t> </a:t>
            </a:r>
          </a:p>
          <a:p>
            <a:pPr lvl="2" hangingPunct="0"/>
            <a:r>
              <a:rPr lang="en-US" sz="1800" kern="1200" dirty="0">
                <a:solidFill>
                  <a:schemeClr val="tx1"/>
                </a:solidFill>
                <a:effectLst/>
                <a:latin typeface="+mn-lt"/>
                <a:ea typeface="+mn-ea"/>
                <a:cs typeface="+mn-cs"/>
              </a:rPr>
              <a:t>Very High Impact is a condition where there is a possibility of schedule slippage as shown in the table below or/and greater than 10% effort overrun or/and failure to meet the large proportion of scope/functionality or/and the product is unusable.</a:t>
            </a:r>
          </a:p>
          <a:p>
            <a:pPr hangingPunct="0"/>
            <a:br>
              <a:rPr lang="en-US" sz="1800" kern="1200" dirty="0">
                <a:solidFill>
                  <a:schemeClr val="tx1"/>
                </a:solidFill>
                <a:effectLst/>
                <a:latin typeface="+mn-lt"/>
                <a:ea typeface="+mn-ea"/>
                <a:cs typeface="+mn-cs"/>
              </a:rPr>
            </a:br>
            <a:r>
              <a:rPr lang="en-US" sz="1800" kern="1200" dirty="0">
                <a:solidFill>
                  <a:schemeClr val="tx1"/>
                </a:solidFill>
                <a:effectLst/>
                <a:latin typeface="+mn-lt"/>
                <a:ea typeface="+mn-ea"/>
                <a:cs typeface="+mn-cs"/>
              </a:rPr>
              <a:t> </a:t>
            </a:r>
          </a:p>
          <a:p>
            <a:endParaRPr lang="en-US" altLang="en-US" dirty="0"/>
          </a:p>
        </p:txBody>
      </p:sp>
      <p:sp>
        <p:nvSpPr>
          <p:cNvPr id="4" name="Date Placeholder 3"/>
          <p:cNvSpPr>
            <a:spLocks noGrp="1"/>
          </p:cNvSpPr>
          <p:nvPr>
            <p:ph type="dt" idx="10"/>
          </p:nvPr>
        </p:nvSpPr>
        <p:spPr/>
        <p:txBody>
          <a:bodyPr/>
          <a:lstStyle/>
          <a:p>
            <a:r>
              <a:rPr lang="en-US"/>
              <a:t>DD/MM/YYYY</a:t>
            </a:r>
          </a:p>
        </p:txBody>
      </p:sp>
      <p:sp>
        <p:nvSpPr>
          <p:cNvPr id="5" name="Slide Number Placeholder 4"/>
          <p:cNvSpPr>
            <a:spLocks noGrp="1"/>
          </p:cNvSpPr>
          <p:nvPr>
            <p:ph type="sldNum" sz="quarter" idx="11"/>
          </p:nvPr>
        </p:nvSpPr>
        <p:spPr/>
        <p:txBody>
          <a:bodyPr/>
          <a:lstStyle/>
          <a:p>
            <a:fld id="{AC65261C-3A85-4AB8-ADC8-CB695DC4D818}" type="slidenum">
              <a:rPr lang="en-US" smtClean="0"/>
              <a:pPr/>
              <a:t>10</a:t>
            </a:fld>
            <a:endParaRPr lang="en-US"/>
          </a:p>
        </p:txBody>
      </p:sp>
    </p:spTree>
    <p:extLst>
      <p:ext uri="{BB962C8B-B14F-4D97-AF65-F5344CB8AC3E}">
        <p14:creationId xmlns:p14="http://schemas.microsoft.com/office/powerpoint/2010/main" val="4784861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altLang="en-US" dirty="0"/>
              <a:t>RPN=RP*RI*N.</a:t>
            </a:r>
            <a:r>
              <a:rPr lang="en-US" altLang="en-US" baseline="0" dirty="0"/>
              <a:t> Risk Priority Number</a:t>
            </a:r>
          </a:p>
          <a:p>
            <a:endParaRPr lang="en-US" altLang="en-US" baseline="0" dirty="0"/>
          </a:p>
          <a:p>
            <a:pPr hangingPunct="0"/>
            <a:r>
              <a:rPr lang="en-US" sz="1700" kern="1200" dirty="0">
                <a:solidFill>
                  <a:schemeClr val="tx1"/>
                </a:solidFill>
                <a:effectLst/>
                <a:latin typeface="+mn-lt"/>
                <a:ea typeface="+mn-ea"/>
                <a:cs typeface="+mn-cs"/>
              </a:rPr>
              <a:t>Red: If the resulting RE color code is red, then the corresponding Risk is the condition where risk is identified as having a maximum probability of occurrence and the consequence would affect project objectives, cost, and schedule. Also the impact of risk occurrence is high enough to require close control of all contributing factors and establishment of risk actions.</a:t>
            </a:r>
          </a:p>
          <a:p>
            <a:pPr hangingPunct="0"/>
            <a:r>
              <a:rPr lang="en-US" sz="1700" kern="1200" dirty="0">
                <a:solidFill>
                  <a:schemeClr val="tx1"/>
                </a:solidFill>
                <a:effectLst/>
                <a:latin typeface="+mn-lt"/>
                <a:ea typeface="+mn-ea"/>
                <a:cs typeface="+mn-cs"/>
              </a:rPr>
              <a:t> </a:t>
            </a:r>
          </a:p>
          <a:p>
            <a:pPr hangingPunct="0"/>
            <a:r>
              <a:rPr lang="en-US" sz="1700" kern="1200" dirty="0">
                <a:solidFill>
                  <a:schemeClr val="tx1"/>
                </a:solidFill>
                <a:effectLst/>
                <a:latin typeface="+mn-lt"/>
                <a:ea typeface="+mn-ea"/>
                <a:cs typeface="+mn-cs"/>
              </a:rPr>
              <a:t>Yellow: If the resulting RE color code is yellow, then the corresponding Risk is the condition where risk is identified as one that could possibly affect project objectives, cost, or schedule. Also the impact of risk occurrence is sufficient enough to require close control of all contributing factors and establishment of risk actions</a:t>
            </a:r>
          </a:p>
          <a:p>
            <a:pPr hangingPunct="0"/>
            <a:r>
              <a:rPr lang="en-US" sz="1700" kern="1200" dirty="0">
                <a:solidFill>
                  <a:schemeClr val="tx1"/>
                </a:solidFill>
                <a:effectLst/>
                <a:latin typeface="+mn-lt"/>
                <a:ea typeface="+mn-ea"/>
                <a:cs typeface="+mn-cs"/>
              </a:rPr>
              <a:t> </a:t>
            </a:r>
          </a:p>
          <a:p>
            <a:pPr hangingPunct="0"/>
            <a:r>
              <a:rPr lang="en-US" sz="1700" kern="1200" dirty="0">
                <a:solidFill>
                  <a:schemeClr val="tx1"/>
                </a:solidFill>
                <a:effectLst/>
                <a:latin typeface="+mn-lt"/>
                <a:ea typeface="+mn-ea"/>
                <a:cs typeface="+mn-cs"/>
              </a:rPr>
              <a:t>Green: If the resulting RE color code is green, then the corresponding Risk is a condition where it is identified as having minor effects on project objectives. Also the impact of risk occurrence is sufficiently low to cause only minor concern.</a:t>
            </a:r>
          </a:p>
          <a:p>
            <a:pPr hangingPunct="0"/>
            <a:r>
              <a:rPr lang="en-US" sz="1700" kern="1200" dirty="0">
                <a:solidFill>
                  <a:schemeClr val="tx1"/>
                </a:solidFill>
                <a:effectLst/>
                <a:latin typeface="+mn-lt"/>
                <a:ea typeface="+mn-ea"/>
                <a:cs typeface="+mn-cs"/>
              </a:rPr>
              <a:t> </a:t>
            </a:r>
          </a:p>
          <a:p>
            <a:pPr hangingPunct="0"/>
            <a:r>
              <a:rPr lang="en-US" sz="1700" kern="1200" dirty="0">
                <a:solidFill>
                  <a:schemeClr val="tx1"/>
                </a:solidFill>
                <a:effectLst/>
                <a:latin typeface="+mn-lt"/>
                <a:ea typeface="+mn-ea"/>
                <a:cs typeface="+mn-cs"/>
              </a:rPr>
              <a:t> </a:t>
            </a:r>
          </a:p>
          <a:p>
            <a:pPr hangingPunct="0"/>
            <a:r>
              <a:rPr lang="en-US" sz="1700" kern="1200" dirty="0">
                <a:solidFill>
                  <a:schemeClr val="tx1"/>
                </a:solidFill>
                <a:effectLst/>
                <a:latin typeface="+mn-lt"/>
                <a:ea typeface="+mn-ea"/>
                <a:cs typeface="+mn-cs"/>
              </a:rPr>
              <a:t>The risks with Very High and High RPN value need to be accorded a top priority followed by Medium, Low and Very Low. Very High, High and medium risks shall be tracked on top priority and constant efforts shall be put to ensure these Very High, High and Medium risks are brought down to lower level.</a:t>
            </a:r>
          </a:p>
          <a:p>
            <a:endParaRPr lang="en-US" altLang="en-US" dirty="0"/>
          </a:p>
        </p:txBody>
      </p:sp>
      <p:sp>
        <p:nvSpPr>
          <p:cNvPr id="4" name="Date Placeholder 3"/>
          <p:cNvSpPr>
            <a:spLocks noGrp="1"/>
          </p:cNvSpPr>
          <p:nvPr>
            <p:ph type="dt" idx="10"/>
          </p:nvPr>
        </p:nvSpPr>
        <p:spPr/>
        <p:txBody>
          <a:bodyPr/>
          <a:lstStyle/>
          <a:p>
            <a:r>
              <a:rPr lang="en-US"/>
              <a:t>DD/MM/YYYY</a:t>
            </a:r>
          </a:p>
        </p:txBody>
      </p:sp>
      <p:sp>
        <p:nvSpPr>
          <p:cNvPr id="5" name="Slide Number Placeholder 4"/>
          <p:cNvSpPr>
            <a:spLocks noGrp="1"/>
          </p:cNvSpPr>
          <p:nvPr>
            <p:ph type="sldNum" sz="quarter" idx="11"/>
          </p:nvPr>
        </p:nvSpPr>
        <p:spPr/>
        <p:txBody>
          <a:bodyPr/>
          <a:lstStyle/>
          <a:p>
            <a:fld id="{AC65261C-3A85-4AB8-ADC8-CB695DC4D818}" type="slidenum">
              <a:rPr lang="en-US" smtClean="0"/>
              <a:pPr/>
              <a:t>11</a:t>
            </a:fld>
            <a:endParaRPr lang="en-US"/>
          </a:p>
        </p:txBody>
      </p:sp>
    </p:spTree>
    <p:extLst>
      <p:ext uri="{BB962C8B-B14F-4D97-AF65-F5344CB8AC3E}">
        <p14:creationId xmlns:p14="http://schemas.microsoft.com/office/powerpoint/2010/main" val="41879912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Opening_1">
    <p:bg>
      <p:bgPr>
        <a:solidFill>
          <a:schemeClr val="accent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AC14F98-EB08-4070-A49C-A8A25D76B6E3}"/>
              </a:ext>
            </a:extLst>
          </p:cNvPr>
          <p:cNvSpPr/>
          <p:nvPr/>
        </p:nvSpPr>
        <p:spPr>
          <a:xfrm>
            <a:off x="0" y="0"/>
            <a:ext cx="14630400" cy="8229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3120"/>
          </a:p>
        </p:txBody>
      </p:sp>
      <p:sp>
        <p:nvSpPr>
          <p:cNvPr id="7" name="Picture Placeholder 6">
            <a:extLst>
              <a:ext uri="{FF2B5EF4-FFF2-40B4-BE49-F238E27FC236}">
                <a16:creationId xmlns:a16="http://schemas.microsoft.com/office/drawing/2014/main" id="{5838D46C-1FA0-4C20-A3A5-A71F44DAB3E8}"/>
              </a:ext>
            </a:extLst>
          </p:cNvPr>
          <p:cNvSpPr>
            <a:spLocks noGrp="1"/>
          </p:cNvSpPr>
          <p:nvPr>
            <p:ph type="pic" sz="quarter" idx="19"/>
          </p:nvPr>
        </p:nvSpPr>
        <p:spPr>
          <a:xfrm>
            <a:off x="0" y="0"/>
            <a:ext cx="14630400" cy="8229600"/>
          </a:xfrm>
          <a:noFill/>
        </p:spPr>
        <p:txBody>
          <a:bodyPr/>
          <a:lstStyle>
            <a:lvl1pPr marL="0" indent="0">
              <a:buNone/>
              <a:defRPr>
                <a:noFill/>
              </a:defRPr>
            </a:lvl1pPr>
          </a:lstStyle>
          <a:p>
            <a:r>
              <a:rPr lang="en-US"/>
              <a:t>Click icon to add picture</a:t>
            </a:r>
            <a:endParaRPr lang="en-US" dirty="0"/>
          </a:p>
        </p:txBody>
      </p:sp>
      <p:sp>
        <p:nvSpPr>
          <p:cNvPr id="2" name="Title_big_white"/>
          <p:cNvSpPr>
            <a:spLocks noGrp="1"/>
          </p:cNvSpPr>
          <p:nvPr>
            <p:ph type="title"/>
          </p:nvPr>
        </p:nvSpPr>
        <p:spPr>
          <a:xfrm>
            <a:off x="644951" y="2885241"/>
            <a:ext cx="13340500" cy="849463"/>
          </a:xfrm>
        </p:spPr>
        <p:txBody>
          <a:bodyPr/>
          <a:lstStyle>
            <a:lvl1pPr>
              <a:defRPr sz="4800" spc="0" baseline="0">
                <a:solidFill>
                  <a:srgbClr val="FFFFFF"/>
                </a:solidFill>
                <a:latin typeface="+mj-lt"/>
              </a:defRPr>
            </a:lvl1pPr>
          </a:lstStyle>
          <a:p>
            <a:r>
              <a:rPr lang="en-US"/>
              <a:t>Click to edit Master title style</a:t>
            </a:r>
            <a:endParaRPr lang="en-US" dirty="0"/>
          </a:p>
        </p:txBody>
      </p:sp>
      <p:sp>
        <p:nvSpPr>
          <p:cNvPr id="10" name="Text Placeholder 8"/>
          <p:cNvSpPr>
            <a:spLocks noGrp="1"/>
          </p:cNvSpPr>
          <p:nvPr>
            <p:ph type="body" sz="quarter" idx="16" hasCustomPrompt="1"/>
          </p:nvPr>
        </p:nvSpPr>
        <p:spPr>
          <a:xfrm>
            <a:off x="644951" y="2198080"/>
            <a:ext cx="1911082" cy="461592"/>
          </a:xfrm>
          <a:prstGeom prst="rect">
            <a:avLst/>
          </a:prstGeom>
          <a:solidFill>
            <a:schemeClr val="accent1"/>
          </a:solidFill>
        </p:spPr>
        <p:txBody>
          <a:bodyPr wrap="none" lIns="324000" tIns="36000" rIns="324000" bIns="36000" anchor="ctr" anchorCtr="0">
            <a:spAutoFit/>
          </a:bodyPr>
          <a:lstStyle>
            <a:lvl1pPr marL="0" indent="0" algn="l">
              <a:buNone/>
              <a:defRPr>
                <a:solidFill>
                  <a:schemeClr val="tx1"/>
                </a:solidFill>
                <a:latin typeface="+mj-lt"/>
                <a:ea typeface="Work Sans" panose="00000500000000000000" pitchFamily="2" charset="0"/>
                <a:cs typeface="Work Sans" panose="00000500000000000000" pitchFamily="2" charset="0"/>
              </a:defRPr>
            </a:lvl1pPr>
          </a:lstStyle>
          <a:p>
            <a:pPr lvl="0"/>
            <a:r>
              <a:rPr lang="en-US" dirty="0"/>
              <a:t>Add Date</a:t>
            </a:r>
          </a:p>
        </p:txBody>
      </p:sp>
      <p:sp>
        <p:nvSpPr>
          <p:cNvPr id="9" name="Footer Placeholder 8">
            <a:extLst>
              <a:ext uri="{FF2B5EF4-FFF2-40B4-BE49-F238E27FC236}">
                <a16:creationId xmlns:a16="http://schemas.microsoft.com/office/drawing/2014/main" id="{62156780-F5F3-4753-93A5-D6CFAECEA982}"/>
              </a:ext>
            </a:extLst>
          </p:cNvPr>
          <p:cNvSpPr>
            <a:spLocks noGrp="1"/>
          </p:cNvSpPr>
          <p:nvPr>
            <p:ph type="ftr" sz="quarter" idx="21"/>
          </p:nvPr>
        </p:nvSpPr>
        <p:spPr>
          <a:xfrm>
            <a:off x="644950" y="7588457"/>
            <a:ext cx="6670250" cy="294931"/>
          </a:xfrm>
        </p:spPr>
        <p:txBody>
          <a:bodyPr/>
          <a:lstStyle>
            <a:lvl1pPr algn="l">
              <a:defRPr>
                <a:solidFill>
                  <a:srgbClr val="FFFFFF"/>
                </a:solidFill>
              </a:defRPr>
            </a:lvl1pPr>
          </a:lstStyle>
          <a:p>
            <a:endParaRPr lang="en-US" dirty="0"/>
          </a:p>
        </p:txBody>
      </p:sp>
      <p:sp>
        <p:nvSpPr>
          <p:cNvPr id="11" name="Slide Number Placeholder 10">
            <a:extLst>
              <a:ext uri="{FF2B5EF4-FFF2-40B4-BE49-F238E27FC236}">
                <a16:creationId xmlns:a16="http://schemas.microsoft.com/office/drawing/2014/main" id="{E5774761-0146-4E08-A9F3-F691FF15CC94}"/>
              </a:ext>
            </a:extLst>
          </p:cNvPr>
          <p:cNvSpPr>
            <a:spLocks noGrp="1"/>
          </p:cNvSpPr>
          <p:nvPr>
            <p:ph type="sldNum" sz="quarter" idx="22"/>
          </p:nvPr>
        </p:nvSpPr>
        <p:spPr/>
        <p:txBody>
          <a:bodyPr/>
          <a:lstStyle>
            <a:lvl1pPr>
              <a:defRPr>
                <a:solidFill>
                  <a:srgbClr val="FFFFFF"/>
                </a:solidFill>
              </a:defRPr>
            </a:lvl1pPr>
          </a:lstStyle>
          <a:p>
            <a:fld id="{19A725F3-83D0-4529-A15C-9D644B8C51E0}" type="slidenum">
              <a:rPr lang="en-US" smtClean="0"/>
              <a:pPr/>
              <a:t>‹#›</a:t>
            </a:fld>
            <a:endParaRPr lang="en-US"/>
          </a:p>
        </p:txBody>
      </p:sp>
      <p:sp>
        <p:nvSpPr>
          <p:cNvPr id="4" name="Text Placeholder 3">
            <a:extLst>
              <a:ext uri="{FF2B5EF4-FFF2-40B4-BE49-F238E27FC236}">
                <a16:creationId xmlns:a16="http://schemas.microsoft.com/office/drawing/2014/main" id="{856D766E-B641-420F-ADC0-C99054ADED1A}"/>
              </a:ext>
            </a:extLst>
          </p:cNvPr>
          <p:cNvSpPr>
            <a:spLocks noGrp="1"/>
          </p:cNvSpPr>
          <p:nvPr>
            <p:ph type="body" sz="quarter" idx="23" hasCustomPrompt="1"/>
          </p:nvPr>
        </p:nvSpPr>
        <p:spPr>
          <a:xfrm>
            <a:off x="644951" y="5166544"/>
            <a:ext cx="5227320" cy="371474"/>
          </a:xfrm>
        </p:spPr>
        <p:txBody>
          <a:bodyPr/>
          <a:lstStyle>
            <a:lvl1pPr marL="0" indent="0" algn="l">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Presenter Name</a:t>
            </a:r>
            <a:endParaRPr lang="en-IN" dirty="0"/>
          </a:p>
        </p:txBody>
      </p:sp>
    </p:spTree>
    <p:extLst>
      <p:ext uri="{BB962C8B-B14F-4D97-AF65-F5344CB8AC3E}">
        <p14:creationId xmlns:p14="http://schemas.microsoft.com/office/powerpoint/2010/main" val="368309820"/>
      </p:ext>
    </p:extLst>
  </p:cSld>
  <p:clrMapOvr>
    <a:masterClrMapping/>
  </p:clrMapOvr>
  <p:hf hdr="0" ftr="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Opening_2">
    <p:bg>
      <p:bgPr>
        <a:solidFill>
          <a:schemeClr val="accent2"/>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21EBD52-9DDE-4C3D-BF91-2DD57BB3A21B}"/>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4630400" cy="8229600"/>
          </a:xfrm>
          <a:prstGeom prst="rect">
            <a:avLst/>
          </a:prstGeom>
        </p:spPr>
      </p:pic>
      <p:sp>
        <p:nvSpPr>
          <p:cNvPr id="10" name="Text Placeholder 8"/>
          <p:cNvSpPr>
            <a:spLocks noGrp="1"/>
          </p:cNvSpPr>
          <p:nvPr>
            <p:ph type="body" sz="quarter" idx="16" hasCustomPrompt="1"/>
          </p:nvPr>
        </p:nvSpPr>
        <p:spPr>
          <a:xfrm>
            <a:off x="644949" y="2198080"/>
            <a:ext cx="1911082" cy="461592"/>
          </a:xfrm>
          <a:prstGeom prst="rect">
            <a:avLst/>
          </a:prstGeom>
          <a:solidFill>
            <a:schemeClr val="accent1"/>
          </a:solidFill>
        </p:spPr>
        <p:txBody>
          <a:bodyPr wrap="none" lIns="324000" tIns="36000" rIns="324000" bIns="36000" anchor="ctr" anchorCtr="0">
            <a:spAutoFit/>
          </a:bodyPr>
          <a:lstStyle>
            <a:lvl1pPr marL="0" indent="0" algn="l">
              <a:buNone/>
              <a:defRPr>
                <a:solidFill>
                  <a:schemeClr val="tx1"/>
                </a:solidFill>
                <a:latin typeface="+mj-lt"/>
                <a:ea typeface="Work Sans" panose="00000500000000000000" pitchFamily="2" charset="0"/>
                <a:cs typeface="Work Sans" panose="00000500000000000000" pitchFamily="2" charset="0"/>
              </a:defRPr>
            </a:lvl1pPr>
          </a:lstStyle>
          <a:p>
            <a:pPr lvl="0"/>
            <a:r>
              <a:rPr lang="en-US" dirty="0"/>
              <a:t>Add Date</a:t>
            </a:r>
          </a:p>
        </p:txBody>
      </p:sp>
      <p:sp>
        <p:nvSpPr>
          <p:cNvPr id="9" name="Footer Placeholder 8">
            <a:extLst>
              <a:ext uri="{FF2B5EF4-FFF2-40B4-BE49-F238E27FC236}">
                <a16:creationId xmlns:a16="http://schemas.microsoft.com/office/drawing/2014/main" id="{62156780-F5F3-4753-93A5-D6CFAECEA982}"/>
              </a:ext>
            </a:extLst>
          </p:cNvPr>
          <p:cNvSpPr>
            <a:spLocks noGrp="1"/>
          </p:cNvSpPr>
          <p:nvPr>
            <p:ph type="ftr" sz="quarter" idx="21"/>
          </p:nvPr>
        </p:nvSpPr>
        <p:spPr>
          <a:xfrm>
            <a:off x="644950" y="7588457"/>
            <a:ext cx="6670250" cy="294931"/>
          </a:xfrm>
        </p:spPr>
        <p:txBody>
          <a:bodyPr/>
          <a:lstStyle>
            <a:lvl1pPr algn="l">
              <a:defRPr>
                <a:solidFill>
                  <a:srgbClr val="FFFFFF"/>
                </a:solidFill>
              </a:defRPr>
            </a:lvl1pPr>
          </a:lstStyle>
          <a:p>
            <a:endParaRPr lang="en-US" dirty="0"/>
          </a:p>
        </p:txBody>
      </p:sp>
      <p:sp>
        <p:nvSpPr>
          <p:cNvPr id="11" name="Slide Number Placeholder 10">
            <a:extLst>
              <a:ext uri="{FF2B5EF4-FFF2-40B4-BE49-F238E27FC236}">
                <a16:creationId xmlns:a16="http://schemas.microsoft.com/office/drawing/2014/main" id="{E5774761-0146-4E08-A9F3-F691FF15CC94}"/>
              </a:ext>
            </a:extLst>
          </p:cNvPr>
          <p:cNvSpPr>
            <a:spLocks noGrp="1"/>
          </p:cNvSpPr>
          <p:nvPr>
            <p:ph type="sldNum" sz="quarter" idx="22"/>
          </p:nvPr>
        </p:nvSpPr>
        <p:spPr/>
        <p:txBody>
          <a:bodyPr/>
          <a:lstStyle>
            <a:lvl1pPr>
              <a:defRPr>
                <a:solidFill>
                  <a:srgbClr val="FFFFFF"/>
                </a:solidFill>
              </a:defRPr>
            </a:lvl1pPr>
          </a:lstStyle>
          <a:p>
            <a:fld id="{19A725F3-83D0-4529-A15C-9D644B8C51E0}" type="slidenum">
              <a:rPr lang="en-US" smtClean="0"/>
              <a:pPr/>
              <a:t>‹#›</a:t>
            </a:fld>
            <a:endParaRPr lang="en-US"/>
          </a:p>
        </p:txBody>
      </p:sp>
      <p:sp>
        <p:nvSpPr>
          <p:cNvPr id="4" name="Text Placeholder 3">
            <a:extLst>
              <a:ext uri="{FF2B5EF4-FFF2-40B4-BE49-F238E27FC236}">
                <a16:creationId xmlns:a16="http://schemas.microsoft.com/office/drawing/2014/main" id="{856D766E-B641-420F-ADC0-C99054ADED1A}"/>
              </a:ext>
            </a:extLst>
          </p:cNvPr>
          <p:cNvSpPr>
            <a:spLocks noGrp="1"/>
          </p:cNvSpPr>
          <p:nvPr>
            <p:ph type="body" sz="quarter" idx="23" hasCustomPrompt="1"/>
          </p:nvPr>
        </p:nvSpPr>
        <p:spPr>
          <a:xfrm>
            <a:off x="644949" y="5423064"/>
            <a:ext cx="6116789" cy="474907"/>
          </a:xfrm>
        </p:spPr>
        <p:txBody>
          <a:bodyPr/>
          <a:lstStyle>
            <a:lvl1pPr marL="0" indent="0" algn="l">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Presenter Name</a:t>
            </a:r>
            <a:endParaRPr lang="en-IN" dirty="0"/>
          </a:p>
        </p:txBody>
      </p:sp>
      <p:sp>
        <p:nvSpPr>
          <p:cNvPr id="3" name="Rectangle 2">
            <a:extLst>
              <a:ext uri="{FF2B5EF4-FFF2-40B4-BE49-F238E27FC236}">
                <a16:creationId xmlns:a16="http://schemas.microsoft.com/office/drawing/2014/main" id="{E507BD00-5D13-4A3C-90DA-C226C07456C8}"/>
              </a:ext>
            </a:extLst>
          </p:cNvPr>
          <p:cNvSpPr/>
          <p:nvPr/>
        </p:nvSpPr>
        <p:spPr>
          <a:xfrm>
            <a:off x="6762584" y="2325756"/>
            <a:ext cx="1105234" cy="1133062"/>
          </a:xfrm>
          <a:prstGeom prst="rect">
            <a:avLst/>
          </a:prstGeom>
          <a:solidFill>
            <a:srgbClr val="2121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3120"/>
          </a:p>
        </p:txBody>
      </p:sp>
      <p:sp>
        <p:nvSpPr>
          <p:cNvPr id="2" name="Title_big_white"/>
          <p:cNvSpPr>
            <a:spLocks noGrp="1"/>
          </p:cNvSpPr>
          <p:nvPr>
            <p:ph type="title"/>
          </p:nvPr>
        </p:nvSpPr>
        <p:spPr>
          <a:xfrm>
            <a:off x="644950" y="2885241"/>
            <a:ext cx="8395682" cy="1569660"/>
          </a:xfrm>
        </p:spPr>
        <p:txBody>
          <a:bodyPr/>
          <a:lstStyle>
            <a:lvl1pPr>
              <a:defRPr sz="4800" spc="0" baseline="0">
                <a:solidFill>
                  <a:srgbClr val="FFFFFF"/>
                </a:solidFill>
                <a:latin typeface="+mj-lt"/>
              </a:defRPr>
            </a:lvl1pPr>
          </a:lstStyle>
          <a:p>
            <a:r>
              <a:rPr lang="en-US"/>
              <a:t>Click to edit Master title style</a:t>
            </a:r>
            <a:endParaRPr lang="en-US" dirty="0"/>
          </a:p>
        </p:txBody>
      </p:sp>
      <p:grpSp>
        <p:nvGrpSpPr>
          <p:cNvPr id="13" name="Group 12">
            <a:extLst>
              <a:ext uri="{FF2B5EF4-FFF2-40B4-BE49-F238E27FC236}">
                <a16:creationId xmlns:a16="http://schemas.microsoft.com/office/drawing/2014/main" id="{1BB25C1C-6629-4BA4-9851-F12F6AFDD6B6}"/>
              </a:ext>
            </a:extLst>
          </p:cNvPr>
          <p:cNvGrpSpPr/>
          <p:nvPr/>
        </p:nvGrpSpPr>
        <p:grpSpPr>
          <a:xfrm>
            <a:off x="644950" y="5106858"/>
            <a:ext cx="734916" cy="150583"/>
            <a:chOff x="575859" y="4778289"/>
            <a:chExt cx="887181" cy="181782"/>
          </a:xfrm>
          <a:solidFill>
            <a:schemeClr val="accent4"/>
          </a:solidFill>
        </p:grpSpPr>
        <p:sp>
          <p:nvSpPr>
            <p:cNvPr id="14" name="Oval 13">
              <a:extLst>
                <a:ext uri="{FF2B5EF4-FFF2-40B4-BE49-F238E27FC236}">
                  <a16:creationId xmlns:a16="http://schemas.microsoft.com/office/drawing/2014/main" id="{7F9D0966-B22F-47C2-BA2B-ECBA03B6232D}"/>
                </a:ext>
              </a:extLst>
            </p:cNvPr>
            <p:cNvSpPr/>
            <p:nvPr/>
          </p:nvSpPr>
          <p:spPr>
            <a:xfrm>
              <a:off x="575859" y="4778289"/>
              <a:ext cx="181782" cy="18178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3120">
                <a:solidFill>
                  <a:prstClr val="white"/>
                </a:solidFill>
              </a:endParaRPr>
            </a:p>
          </p:txBody>
        </p:sp>
        <p:sp>
          <p:nvSpPr>
            <p:cNvPr id="15" name="Rectangle 14">
              <a:extLst>
                <a:ext uri="{FF2B5EF4-FFF2-40B4-BE49-F238E27FC236}">
                  <a16:creationId xmlns:a16="http://schemas.microsoft.com/office/drawing/2014/main" id="{814F64AA-4A70-49BD-9FA1-7F42629FCA3C}"/>
                </a:ext>
              </a:extLst>
            </p:cNvPr>
            <p:cNvSpPr/>
            <p:nvPr/>
          </p:nvSpPr>
          <p:spPr>
            <a:xfrm>
              <a:off x="845820" y="4788492"/>
              <a:ext cx="617220" cy="16137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3120">
                <a:solidFill>
                  <a:prstClr val="white"/>
                </a:solidFill>
              </a:endParaRPr>
            </a:p>
          </p:txBody>
        </p:sp>
      </p:grpSp>
      <p:grpSp>
        <p:nvGrpSpPr>
          <p:cNvPr id="16" name="Group 15">
            <a:extLst>
              <a:ext uri="{FF2B5EF4-FFF2-40B4-BE49-F238E27FC236}">
                <a16:creationId xmlns:a16="http://schemas.microsoft.com/office/drawing/2014/main" id="{FE003E77-5EC9-4043-82E6-DA753DA68411}"/>
              </a:ext>
            </a:extLst>
          </p:cNvPr>
          <p:cNvGrpSpPr/>
          <p:nvPr/>
        </p:nvGrpSpPr>
        <p:grpSpPr>
          <a:xfrm>
            <a:off x="644950" y="802004"/>
            <a:ext cx="2200300" cy="632688"/>
            <a:chOff x="522288" y="496888"/>
            <a:chExt cx="866775" cy="249238"/>
          </a:xfrm>
          <a:solidFill>
            <a:schemeClr val="accent2"/>
          </a:solidFill>
        </p:grpSpPr>
        <p:sp>
          <p:nvSpPr>
            <p:cNvPr id="17" name="Rectangle 5">
              <a:extLst>
                <a:ext uri="{FF2B5EF4-FFF2-40B4-BE49-F238E27FC236}">
                  <a16:creationId xmlns:a16="http://schemas.microsoft.com/office/drawing/2014/main" id="{D171461C-7E11-4727-BC70-1A3E99B78E08}"/>
                </a:ext>
              </a:extLst>
            </p:cNvPr>
            <p:cNvSpPr>
              <a:spLocks noChangeArrowheads="1"/>
            </p:cNvSpPr>
            <p:nvPr/>
          </p:nvSpPr>
          <p:spPr bwMode="auto">
            <a:xfrm>
              <a:off x="1054100" y="500063"/>
              <a:ext cx="38100" cy="2444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sz="3120">
                <a:solidFill>
                  <a:srgbClr val="000000"/>
                </a:solidFill>
              </a:endParaRPr>
            </a:p>
          </p:txBody>
        </p:sp>
        <p:sp>
          <p:nvSpPr>
            <p:cNvPr id="18" name="Freeform 6">
              <a:extLst>
                <a:ext uri="{FF2B5EF4-FFF2-40B4-BE49-F238E27FC236}">
                  <a16:creationId xmlns:a16="http://schemas.microsoft.com/office/drawing/2014/main" id="{CDCB1985-1E91-4176-A736-EDBF686BACE5}"/>
                </a:ext>
              </a:extLst>
            </p:cNvPr>
            <p:cNvSpPr>
              <a:spLocks/>
            </p:cNvSpPr>
            <p:nvPr/>
          </p:nvSpPr>
          <p:spPr bwMode="auto">
            <a:xfrm>
              <a:off x="1198563" y="500063"/>
              <a:ext cx="106363" cy="244475"/>
            </a:xfrm>
            <a:custGeom>
              <a:avLst/>
              <a:gdLst>
                <a:gd name="T0" fmla="*/ 0 w 67"/>
                <a:gd name="T1" fmla="*/ 0 h 154"/>
                <a:gd name="T2" fmla="*/ 0 w 67"/>
                <a:gd name="T3" fmla="*/ 22 h 154"/>
                <a:gd name="T4" fmla="*/ 44 w 67"/>
                <a:gd name="T5" fmla="*/ 22 h 154"/>
                <a:gd name="T6" fmla="*/ 44 w 67"/>
                <a:gd name="T7" fmla="*/ 154 h 154"/>
                <a:gd name="T8" fmla="*/ 67 w 67"/>
                <a:gd name="T9" fmla="*/ 154 h 154"/>
                <a:gd name="T10" fmla="*/ 67 w 67"/>
                <a:gd name="T11" fmla="*/ 22 h 154"/>
                <a:gd name="T12" fmla="*/ 67 w 67"/>
                <a:gd name="T13" fmla="*/ 0 h 154"/>
                <a:gd name="T14" fmla="*/ 0 w 67"/>
                <a:gd name="T15" fmla="*/ 0 h 15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7" h="154">
                  <a:moveTo>
                    <a:pt x="0" y="0"/>
                  </a:moveTo>
                  <a:lnTo>
                    <a:pt x="0" y="22"/>
                  </a:lnTo>
                  <a:lnTo>
                    <a:pt x="44" y="22"/>
                  </a:lnTo>
                  <a:lnTo>
                    <a:pt x="44" y="154"/>
                  </a:lnTo>
                  <a:lnTo>
                    <a:pt x="67" y="154"/>
                  </a:lnTo>
                  <a:lnTo>
                    <a:pt x="67" y="22"/>
                  </a:lnTo>
                  <a:lnTo>
                    <a:pt x="67"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3120">
                <a:solidFill>
                  <a:srgbClr val="000000"/>
                </a:solidFill>
              </a:endParaRPr>
            </a:p>
          </p:txBody>
        </p:sp>
        <p:sp>
          <p:nvSpPr>
            <p:cNvPr id="19" name="Freeform 7">
              <a:extLst>
                <a:ext uri="{FF2B5EF4-FFF2-40B4-BE49-F238E27FC236}">
                  <a16:creationId xmlns:a16="http://schemas.microsoft.com/office/drawing/2014/main" id="{EBA7B760-C9CC-4119-BE9E-1F211E951866}"/>
                </a:ext>
              </a:extLst>
            </p:cNvPr>
            <p:cNvSpPr>
              <a:spLocks noEditPoints="1"/>
            </p:cNvSpPr>
            <p:nvPr/>
          </p:nvSpPr>
          <p:spPr bwMode="auto">
            <a:xfrm>
              <a:off x="790575" y="500063"/>
              <a:ext cx="176213" cy="244475"/>
            </a:xfrm>
            <a:custGeom>
              <a:avLst/>
              <a:gdLst>
                <a:gd name="T0" fmla="*/ 411 w 471"/>
                <a:gd name="T1" fmla="*/ 58 h 648"/>
                <a:gd name="T2" fmla="*/ 249 w 471"/>
                <a:gd name="T3" fmla="*/ 0 h 648"/>
                <a:gd name="T4" fmla="*/ 0 w 471"/>
                <a:gd name="T5" fmla="*/ 0 h 648"/>
                <a:gd name="T6" fmla="*/ 0 w 471"/>
                <a:gd name="T7" fmla="*/ 648 h 648"/>
                <a:gd name="T8" fmla="*/ 101 w 471"/>
                <a:gd name="T9" fmla="*/ 648 h 648"/>
                <a:gd name="T10" fmla="*/ 101 w 471"/>
                <a:gd name="T11" fmla="*/ 422 h 648"/>
                <a:gd name="T12" fmla="*/ 242 w 471"/>
                <a:gd name="T13" fmla="*/ 422 h 648"/>
                <a:gd name="T14" fmla="*/ 409 w 471"/>
                <a:gd name="T15" fmla="*/ 365 h 648"/>
                <a:gd name="T16" fmla="*/ 471 w 471"/>
                <a:gd name="T17" fmla="*/ 210 h 648"/>
                <a:gd name="T18" fmla="*/ 411 w 471"/>
                <a:gd name="T19" fmla="*/ 58 h 648"/>
                <a:gd name="T20" fmla="*/ 365 w 471"/>
                <a:gd name="T21" fmla="*/ 210 h 648"/>
                <a:gd name="T22" fmla="*/ 331 w 471"/>
                <a:gd name="T23" fmla="*/ 296 h 648"/>
                <a:gd name="T24" fmla="*/ 233 w 471"/>
                <a:gd name="T25" fmla="*/ 327 h 648"/>
                <a:gd name="T26" fmla="*/ 101 w 471"/>
                <a:gd name="T27" fmla="*/ 327 h 648"/>
                <a:gd name="T28" fmla="*/ 101 w 471"/>
                <a:gd name="T29" fmla="*/ 95 h 648"/>
                <a:gd name="T30" fmla="*/ 239 w 471"/>
                <a:gd name="T31" fmla="*/ 95 h 648"/>
                <a:gd name="T32" fmla="*/ 331 w 471"/>
                <a:gd name="T33" fmla="*/ 126 h 648"/>
                <a:gd name="T34" fmla="*/ 365 w 471"/>
                <a:gd name="T35" fmla="*/ 210 h 6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71" h="648">
                  <a:moveTo>
                    <a:pt x="411" y="58"/>
                  </a:moveTo>
                  <a:cubicBezTo>
                    <a:pt x="370" y="20"/>
                    <a:pt x="316" y="0"/>
                    <a:pt x="249" y="0"/>
                  </a:cubicBezTo>
                  <a:cubicBezTo>
                    <a:pt x="0" y="0"/>
                    <a:pt x="0" y="0"/>
                    <a:pt x="0" y="0"/>
                  </a:cubicBezTo>
                  <a:cubicBezTo>
                    <a:pt x="0" y="648"/>
                    <a:pt x="0" y="648"/>
                    <a:pt x="0" y="648"/>
                  </a:cubicBezTo>
                  <a:cubicBezTo>
                    <a:pt x="101" y="648"/>
                    <a:pt x="101" y="648"/>
                    <a:pt x="101" y="648"/>
                  </a:cubicBezTo>
                  <a:cubicBezTo>
                    <a:pt x="101" y="422"/>
                    <a:pt x="101" y="422"/>
                    <a:pt x="101" y="422"/>
                  </a:cubicBezTo>
                  <a:cubicBezTo>
                    <a:pt x="242" y="422"/>
                    <a:pt x="242" y="422"/>
                    <a:pt x="242" y="422"/>
                  </a:cubicBezTo>
                  <a:cubicBezTo>
                    <a:pt x="313" y="422"/>
                    <a:pt x="369" y="403"/>
                    <a:pt x="409" y="365"/>
                  </a:cubicBezTo>
                  <a:cubicBezTo>
                    <a:pt x="450" y="327"/>
                    <a:pt x="471" y="275"/>
                    <a:pt x="471" y="210"/>
                  </a:cubicBezTo>
                  <a:cubicBezTo>
                    <a:pt x="471" y="148"/>
                    <a:pt x="451" y="97"/>
                    <a:pt x="411" y="58"/>
                  </a:cubicBezTo>
                  <a:moveTo>
                    <a:pt x="365" y="210"/>
                  </a:moveTo>
                  <a:cubicBezTo>
                    <a:pt x="365" y="247"/>
                    <a:pt x="354" y="276"/>
                    <a:pt x="331" y="296"/>
                  </a:cubicBezTo>
                  <a:cubicBezTo>
                    <a:pt x="308" y="317"/>
                    <a:pt x="275" y="327"/>
                    <a:pt x="233" y="327"/>
                  </a:cubicBezTo>
                  <a:cubicBezTo>
                    <a:pt x="101" y="327"/>
                    <a:pt x="101" y="327"/>
                    <a:pt x="101" y="327"/>
                  </a:cubicBezTo>
                  <a:cubicBezTo>
                    <a:pt x="101" y="95"/>
                    <a:pt x="101" y="95"/>
                    <a:pt x="101" y="95"/>
                  </a:cubicBezTo>
                  <a:cubicBezTo>
                    <a:pt x="239" y="95"/>
                    <a:pt x="239" y="95"/>
                    <a:pt x="239" y="95"/>
                  </a:cubicBezTo>
                  <a:cubicBezTo>
                    <a:pt x="278" y="95"/>
                    <a:pt x="309" y="106"/>
                    <a:pt x="331" y="126"/>
                  </a:cubicBezTo>
                  <a:cubicBezTo>
                    <a:pt x="354" y="146"/>
                    <a:pt x="365" y="174"/>
                    <a:pt x="365" y="21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3120">
                <a:solidFill>
                  <a:srgbClr val="000000"/>
                </a:solidFill>
              </a:endParaRPr>
            </a:p>
          </p:txBody>
        </p:sp>
        <p:sp>
          <p:nvSpPr>
            <p:cNvPr id="20" name="Freeform 8">
              <a:extLst>
                <a:ext uri="{FF2B5EF4-FFF2-40B4-BE49-F238E27FC236}">
                  <a16:creationId xmlns:a16="http://schemas.microsoft.com/office/drawing/2014/main" id="{C9D52E03-D7AD-4990-8226-88567044F114}"/>
                </a:ext>
              </a:extLst>
            </p:cNvPr>
            <p:cNvSpPr>
              <a:spLocks/>
            </p:cNvSpPr>
            <p:nvPr/>
          </p:nvSpPr>
          <p:spPr bwMode="auto">
            <a:xfrm>
              <a:off x="525463" y="500063"/>
              <a:ext cx="182563" cy="244475"/>
            </a:xfrm>
            <a:custGeom>
              <a:avLst/>
              <a:gdLst>
                <a:gd name="T0" fmla="*/ 53 w 115"/>
                <a:gd name="T1" fmla="*/ 75 h 154"/>
                <a:gd name="T2" fmla="*/ 115 w 115"/>
                <a:gd name="T3" fmla="*/ 0 h 154"/>
                <a:gd name="T4" fmla="*/ 86 w 115"/>
                <a:gd name="T5" fmla="*/ 0 h 154"/>
                <a:gd name="T6" fmla="*/ 34 w 115"/>
                <a:gd name="T7" fmla="*/ 64 h 154"/>
                <a:gd name="T8" fmla="*/ 34 w 115"/>
                <a:gd name="T9" fmla="*/ 64 h 154"/>
                <a:gd name="T10" fmla="*/ 33 w 115"/>
                <a:gd name="T11" fmla="*/ 64 h 154"/>
                <a:gd name="T12" fmla="*/ 24 w 115"/>
                <a:gd name="T13" fmla="*/ 64 h 154"/>
                <a:gd name="T14" fmla="*/ 24 w 115"/>
                <a:gd name="T15" fmla="*/ 51 h 154"/>
                <a:gd name="T16" fmla="*/ 24 w 115"/>
                <a:gd name="T17" fmla="*/ 19 h 154"/>
                <a:gd name="T18" fmla="*/ 24 w 115"/>
                <a:gd name="T19" fmla="*/ 0 h 154"/>
                <a:gd name="T20" fmla="*/ 23 w 115"/>
                <a:gd name="T21" fmla="*/ 0 h 154"/>
                <a:gd name="T22" fmla="*/ 0 w 115"/>
                <a:gd name="T23" fmla="*/ 0 h 154"/>
                <a:gd name="T24" fmla="*/ 0 w 115"/>
                <a:gd name="T25" fmla="*/ 19 h 154"/>
                <a:gd name="T26" fmla="*/ 0 w 115"/>
                <a:gd name="T27" fmla="*/ 51 h 154"/>
                <a:gd name="T28" fmla="*/ 0 w 115"/>
                <a:gd name="T29" fmla="*/ 64 h 154"/>
                <a:gd name="T30" fmla="*/ 0 w 115"/>
                <a:gd name="T31" fmla="*/ 86 h 154"/>
                <a:gd name="T32" fmla="*/ 0 w 115"/>
                <a:gd name="T33" fmla="*/ 109 h 154"/>
                <a:gd name="T34" fmla="*/ 24 w 115"/>
                <a:gd name="T35" fmla="*/ 109 h 154"/>
                <a:gd name="T36" fmla="*/ 24 w 115"/>
                <a:gd name="T37" fmla="*/ 86 h 154"/>
                <a:gd name="T38" fmla="*/ 34 w 115"/>
                <a:gd name="T39" fmla="*/ 86 h 154"/>
                <a:gd name="T40" fmla="*/ 44 w 115"/>
                <a:gd name="T41" fmla="*/ 98 h 154"/>
                <a:gd name="T42" fmla="*/ 88 w 115"/>
                <a:gd name="T43" fmla="*/ 154 h 154"/>
                <a:gd name="T44" fmla="*/ 115 w 115"/>
                <a:gd name="T45" fmla="*/ 154 h 154"/>
                <a:gd name="T46" fmla="*/ 53 w 115"/>
                <a:gd name="T47" fmla="*/ 75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5" h="154">
                  <a:moveTo>
                    <a:pt x="53" y="75"/>
                  </a:moveTo>
                  <a:lnTo>
                    <a:pt x="115" y="0"/>
                  </a:lnTo>
                  <a:lnTo>
                    <a:pt x="86" y="0"/>
                  </a:lnTo>
                  <a:lnTo>
                    <a:pt x="34" y="64"/>
                  </a:lnTo>
                  <a:lnTo>
                    <a:pt x="34" y="64"/>
                  </a:lnTo>
                  <a:lnTo>
                    <a:pt x="33" y="64"/>
                  </a:lnTo>
                  <a:lnTo>
                    <a:pt x="24" y="64"/>
                  </a:lnTo>
                  <a:lnTo>
                    <a:pt x="24" y="51"/>
                  </a:lnTo>
                  <a:lnTo>
                    <a:pt x="24" y="19"/>
                  </a:lnTo>
                  <a:lnTo>
                    <a:pt x="24" y="0"/>
                  </a:lnTo>
                  <a:lnTo>
                    <a:pt x="23" y="0"/>
                  </a:lnTo>
                  <a:lnTo>
                    <a:pt x="0" y="0"/>
                  </a:lnTo>
                  <a:lnTo>
                    <a:pt x="0" y="19"/>
                  </a:lnTo>
                  <a:lnTo>
                    <a:pt x="0" y="51"/>
                  </a:lnTo>
                  <a:lnTo>
                    <a:pt x="0" y="64"/>
                  </a:lnTo>
                  <a:lnTo>
                    <a:pt x="0" y="86"/>
                  </a:lnTo>
                  <a:lnTo>
                    <a:pt x="0" y="109"/>
                  </a:lnTo>
                  <a:lnTo>
                    <a:pt x="24" y="109"/>
                  </a:lnTo>
                  <a:lnTo>
                    <a:pt x="24" y="86"/>
                  </a:lnTo>
                  <a:lnTo>
                    <a:pt x="34" y="86"/>
                  </a:lnTo>
                  <a:lnTo>
                    <a:pt x="44" y="98"/>
                  </a:lnTo>
                  <a:lnTo>
                    <a:pt x="88" y="154"/>
                  </a:lnTo>
                  <a:lnTo>
                    <a:pt x="115" y="154"/>
                  </a:lnTo>
                  <a:lnTo>
                    <a:pt x="53" y="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3120">
                <a:solidFill>
                  <a:srgbClr val="000000"/>
                </a:solidFill>
              </a:endParaRPr>
            </a:p>
          </p:txBody>
        </p:sp>
        <p:sp>
          <p:nvSpPr>
            <p:cNvPr id="21" name="Freeform 9">
              <a:extLst>
                <a:ext uri="{FF2B5EF4-FFF2-40B4-BE49-F238E27FC236}">
                  <a16:creationId xmlns:a16="http://schemas.microsoft.com/office/drawing/2014/main" id="{1D48C1F2-89B1-4202-8201-04D58C3872DA}"/>
                </a:ext>
              </a:extLst>
            </p:cNvPr>
            <p:cNvSpPr>
              <a:spLocks/>
            </p:cNvSpPr>
            <p:nvPr/>
          </p:nvSpPr>
          <p:spPr bwMode="auto">
            <a:xfrm>
              <a:off x="1344613" y="496888"/>
              <a:ext cx="44450" cy="42863"/>
            </a:xfrm>
            <a:custGeom>
              <a:avLst/>
              <a:gdLst>
                <a:gd name="T0" fmla="*/ 73 w 119"/>
                <a:gd name="T1" fmla="*/ 4 h 114"/>
                <a:gd name="T2" fmla="*/ 30 w 119"/>
                <a:gd name="T3" fmla="*/ 9 h 114"/>
                <a:gd name="T4" fmla="*/ 4 w 119"/>
                <a:gd name="T5" fmla="*/ 43 h 114"/>
                <a:gd name="T6" fmla="*/ 9 w 119"/>
                <a:gd name="T7" fmla="*/ 85 h 114"/>
                <a:gd name="T8" fmla="*/ 43 w 119"/>
                <a:gd name="T9" fmla="*/ 112 h 114"/>
                <a:gd name="T10" fmla="*/ 57 w 119"/>
                <a:gd name="T11" fmla="*/ 114 h 114"/>
                <a:gd name="T12" fmla="*/ 111 w 119"/>
                <a:gd name="T13" fmla="*/ 73 h 114"/>
                <a:gd name="T14" fmla="*/ 73 w 119"/>
                <a:gd name="T15" fmla="*/ 4 h 1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9" h="114">
                  <a:moveTo>
                    <a:pt x="73" y="4"/>
                  </a:moveTo>
                  <a:cubicBezTo>
                    <a:pt x="59" y="0"/>
                    <a:pt x="44" y="2"/>
                    <a:pt x="30" y="9"/>
                  </a:cubicBezTo>
                  <a:cubicBezTo>
                    <a:pt x="17" y="17"/>
                    <a:pt x="8" y="29"/>
                    <a:pt x="4" y="43"/>
                  </a:cubicBezTo>
                  <a:cubicBezTo>
                    <a:pt x="0" y="57"/>
                    <a:pt x="1" y="72"/>
                    <a:pt x="9" y="85"/>
                  </a:cubicBezTo>
                  <a:cubicBezTo>
                    <a:pt x="16" y="98"/>
                    <a:pt x="28" y="107"/>
                    <a:pt x="43" y="112"/>
                  </a:cubicBezTo>
                  <a:cubicBezTo>
                    <a:pt x="48" y="113"/>
                    <a:pt x="52" y="114"/>
                    <a:pt x="57" y="114"/>
                  </a:cubicBezTo>
                  <a:cubicBezTo>
                    <a:pt x="81" y="114"/>
                    <a:pt x="104" y="97"/>
                    <a:pt x="111" y="73"/>
                  </a:cubicBezTo>
                  <a:cubicBezTo>
                    <a:pt x="119" y="44"/>
                    <a:pt x="102" y="12"/>
                    <a:pt x="73" y="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3120">
                <a:solidFill>
                  <a:srgbClr val="000000"/>
                </a:solidFill>
              </a:endParaRPr>
            </a:p>
          </p:txBody>
        </p:sp>
        <p:sp>
          <p:nvSpPr>
            <p:cNvPr id="22" name="Freeform 10">
              <a:extLst>
                <a:ext uri="{FF2B5EF4-FFF2-40B4-BE49-F238E27FC236}">
                  <a16:creationId xmlns:a16="http://schemas.microsoft.com/office/drawing/2014/main" id="{83419930-EB06-420C-9C85-6453A218E99D}"/>
                </a:ext>
              </a:extLst>
            </p:cNvPr>
            <p:cNvSpPr>
              <a:spLocks/>
            </p:cNvSpPr>
            <p:nvPr/>
          </p:nvSpPr>
          <p:spPr bwMode="auto">
            <a:xfrm>
              <a:off x="522288" y="703263"/>
              <a:ext cx="42863" cy="42863"/>
            </a:xfrm>
            <a:custGeom>
              <a:avLst/>
              <a:gdLst>
                <a:gd name="T0" fmla="*/ 74 w 115"/>
                <a:gd name="T1" fmla="*/ 4 h 114"/>
                <a:gd name="T2" fmla="*/ 31 w 115"/>
                <a:gd name="T3" fmla="*/ 9 h 114"/>
                <a:gd name="T4" fmla="*/ 4 w 115"/>
                <a:gd name="T5" fmla="*/ 43 h 114"/>
                <a:gd name="T6" fmla="*/ 9 w 115"/>
                <a:gd name="T7" fmla="*/ 85 h 114"/>
                <a:gd name="T8" fmla="*/ 43 w 115"/>
                <a:gd name="T9" fmla="*/ 112 h 114"/>
                <a:gd name="T10" fmla="*/ 58 w 115"/>
                <a:gd name="T11" fmla="*/ 114 h 114"/>
                <a:gd name="T12" fmla="*/ 111 w 115"/>
                <a:gd name="T13" fmla="*/ 74 h 114"/>
                <a:gd name="T14" fmla="*/ 106 w 115"/>
                <a:gd name="T15" fmla="*/ 31 h 114"/>
                <a:gd name="T16" fmla="*/ 74 w 115"/>
                <a:gd name="T17" fmla="*/ 4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5" h="114">
                  <a:moveTo>
                    <a:pt x="74" y="4"/>
                  </a:moveTo>
                  <a:cubicBezTo>
                    <a:pt x="59" y="0"/>
                    <a:pt x="44" y="2"/>
                    <a:pt x="31" y="9"/>
                  </a:cubicBezTo>
                  <a:cubicBezTo>
                    <a:pt x="18" y="17"/>
                    <a:pt x="8" y="29"/>
                    <a:pt x="4" y="43"/>
                  </a:cubicBezTo>
                  <a:cubicBezTo>
                    <a:pt x="0" y="57"/>
                    <a:pt x="2" y="72"/>
                    <a:pt x="9" y="85"/>
                  </a:cubicBezTo>
                  <a:cubicBezTo>
                    <a:pt x="17" y="98"/>
                    <a:pt x="29" y="108"/>
                    <a:pt x="43" y="112"/>
                  </a:cubicBezTo>
                  <a:cubicBezTo>
                    <a:pt x="48" y="113"/>
                    <a:pt x="53" y="114"/>
                    <a:pt x="58" y="114"/>
                  </a:cubicBezTo>
                  <a:cubicBezTo>
                    <a:pt x="82" y="114"/>
                    <a:pt x="105" y="98"/>
                    <a:pt x="111" y="74"/>
                  </a:cubicBezTo>
                  <a:cubicBezTo>
                    <a:pt x="115" y="59"/>
                    <a:pt x="114" y="44"/>
                    <a:pt x="106" y="31"/>
                  </a:cubicBezTo>
                  <a:cubicBezTo>
                    <a:pt x="99" y="18"/>
                    <a:pt x="88" y="8"/>
                    <a:pt x="74" y="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3120">
                <a:solidFill>
                  <a:srgbClr val="000000"/>
                </a:solidFill>
              </a:endParaRPr>
            </a:p>
          </p:txBody>
        </p:sp>
      </p:grpSp>
    </p:spTree>
    <p:extLst>
      <p:ext uri="{BB962C8B-B14F-4D97-AF65-F5344CB8AC3E}">
        <p14:creationId xmlns:p14="http://schemas.microsoft.com/office/powerpoint/2010/main" val="576665239"/>
      </p:ext>
    </p:extLst>
  </p:cSld>
  <p:clrMapOvr>
    <a:masterClrMapping/>
  </p:clrMapOvr>
  <p:hf hdr="0" ftr="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Opening_3">
    <p:bg>
      <p:bgPr>
        <a:solidFill>
          <a:schemeClr val="bg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187CF25C-82C5-4E39-9DBF-813F29A7D81E}"/>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l="-2"/>
          <a:stretch/>
        </p:blipFill>
        <p:spPr>
          <a:xfrm>
            <a:off x="6230381" y="0"/>
            <a:ext cx="8400018" cy="8229600"/>
          </a:xfrm>
          <a:prstGeom prst="rect">
            <a:avLst/>
          </a:prstGeom>
        </p:spPr>
      </p:pic>
      <p:sp>
        <p:nvSpPr>
          <p:cNvPr id="10" name="Text Placeholder 8"/>
          <p:cNvSpPr>
            <a:spLocks noGrp="1"/>
          </p:cNvSpPr>
          <p:nvPr>
            <p:ph type="body" sz="quarter" idx="16" hasCustomPrompt="1"/>
          </p:nvPr>
        </p:nvSpPr>
        <p:spPr>
          <a:xfrm>
            <a:off x="592531" y="2198080"/>
            <a:ext cx="1911082" cy="461592"/>
          </a:xfrm>
          <a:prstGeom prst="rect">
            <a:avLst/>
          </a:prstGeom>
          <a:solidFill>
            <a:schemeClr val="accent1"/>
          </a:solidFill>
        </p:spPr>
        <p:txBody>
          <a:bodyPr wrap="none" lIns="324000" tIns="36000" rIns="324000" bIns="36000" anchor="ctr" anchorCtr="0">
            <a:spAutoFit/>
          </a:bodyPr>
          <a:lstStyle>
            <a:lvl1pPr marL="0" indent="0" algn="l">
              <a:buNone/>
              <a:defRPr>
                <a:solidFill>
                  <a:schemeClr val="tx1"/>
                </a:solidFill>
                <a:latin typeface="+mj-lt"/>
                <a:ea typeface="Work Sans" panose="00000500000000000000" pitchFamily="2" charset="0"/>
                <a:cs typeface="Work Sans" panose="00000500000000000000" pitchFamily="2" charset="0"/>
              </a:defRPr>
            </a:lvl1pPr>
          </a:lstStyle>
          <a:p>
            <a:pPr lvl="0"/>
            <a:r>
              <a:rPr lang="en-US" dirty="0"/>
              <a:t>Add Date</a:t>
            </a:r>
          </a:p>
        </p:txBody>
      </p:sp>
      <p:sp>
        <p:nvSpPr>
          <p:cNvPr id="4" name="Text Placeholder 3">
            <a:extLst>
              <a:ext uri="{FF2B5EF4-FFF2-40B4-BE49-F238E27FC236}">
                <a16:creationId xmlns:a16="http://schemas.microsoft.com/office/drawing/2014/main" id="{856D766E-B641-420F-ADC0-C99054ADED1A}"/>
              </a:ext>
            </a:extLst>
          </p:cNvPr>
          <p:cNvSpPr>
            <a:spLocks noGrp="1"/>
          </p:cNvSpPr>
          <p:nvPr>
            <p:ph type="body" sz="quarter" idx="23" hasCustomPrompt="1"/>
          </p:nvPr>
        </p:nvSpPr>
        <p:spPr>
          <a:xfrm>
            <a:off x="592531" y="5493079"/>
            <a:ext cx="6116789" cy="474907"/>
          </a:xfrm>
        </p:spPr>
        <p:txBody>
          <a:bodyPr/>
          <a:lstStyle>
            <a:lvl1pPr marL="0" indent="0" algn="l">
              <a:buNone/>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Presenter Name</a:t>
            </a:r>
            <a:endParaRPr lang="en-IN" dirty="0"/>
          </a:p>
        </p:txBody>
      </p:sp>
      <p:sp>
        <p:nvSpPr>
          <p:cNvPr id="3" name="Rectangle 2">
            <a:extLst>
              <a:ext uri="{FF2B5EF4-FFF2-40B4-BE49-F238E27FC236}">
                <a16:creationId xmlns:a16="http://schemas.microsoft.com/office/drawing/2014/main" id="{E507BD00-5D13-4A3C-90DA-C226C07456C8}"/>
              </a:ext>
            </a:extLst>
          </p:cNvPr>
          <p:cNvSpPr/>
          <p:nvPr/>
        </p:nvSpPr>
        <p:spPr>
          <a:xfrm>
            <a:off x="5891916" y="2668383"/>
            <a:ext cx="3017520" cy="19115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3120"/>
          </a:p>
        </p:txBody>
      </p:sp>
      <p:sp>
        <p:nvSpPr>
          <p:cNvPr id="2" name="Title_big_white"/>
          <p:cNvSpPr>
            <a:spLocks noGrp="1"/>
          </p:cNvSpPr>
          <p:nvPr>
            <p:ph type="title"/>
          </p:nvPr>
        </p:nvSpPr>
        <p:spPr>
          <a:xfrm>
            <a:off x="592531" y="2877437"/>
            <a:ext cx="8395682" cy="1588127"/>
          </a:xfrm>
        </p:spPr>
        <p:txBody>
          <a:bodyPr/>
          <a:lstStyle>
            <a:lvl1pPr>
              <a:defRPr sz="4800" spc="0" baseline="0">
                <a:solidFill>
                  <a:schemeClr val="tx1"/>
                </a:solidFill>
                <a:latin typeface="+mj-lt"/>
              </a:defRPr>
            </a:lvl1pPr>
          </a:lstStyle>
          <a:p>
            <a:r>
              <a:rPr lang="en-US"/>
              <a:t>Click to edit Master title style</a:t>
            </a:r>
            <a:endParaRPr lang="en-US" dirty="0"/>
          </a:p>
        </p:txBody>
      </p:sp>
      <p:sp>
        <p:nvSpPr>
          <p:cNvPr id="14" name="Rectangle 13">
            <a:extLst>
              <a:ext uri="{FF2B5EF4-FFF2-40B4-BE49-F238E27FC236}">
                <a16:creationId xmlns:a16="http://schemas.microsoft.com/office/drawing/2014/main" id="{79881018-9257-4330-ACBD-1BA79AA27977}"/>
              </a:ext>
            </a:extLst>
          </p:cNvPr>
          <p:cNvSpPr/>
          <p:nvPr/>
        </p:nvSpPr>
        <p:spPr>
          <a:xfrm>
            <a:off x="4552388" y="720"/>
            <a:ext cx="3017520" cy="11919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3120"/>
          </a:p>
        </p:txBody>
      </p:sp>
      <p:grpSp>
        <p:nvGrpSpPr>
          <p:cNvPr id="15" name="Group 14">
            <a:extLst>
              <a:ext uri="{FF2B5EF4-FFF2-40B4-BE49-F238E27FC236}">
                <a16:creationId xmlns:a16="http://schemas.microsoft.com/office/drawing/2014/main" id="{D78D1809-26DB-4EAB-B9FE-A9F69EA3676B}"/>
              </a:ext>
            </a:extLst>
          </p:cNvPr>
          <p:cNvGrpSpPr/>
          <p:nvPr/>
        </p:nvGrpSpPr>
        <p:grpSpPr>
          <a:xfrm>
            <a:off x="592531" y="5106858"/>
            <a:ext cx="734916" cy="150583"/>
            <a:chOff x="575859" y="4778289"/>
            <a:chExt cx="887181" cy="181782"/>
          </a:xfrm>
          <a:solidFill>
            <a:schemeClr val="accent4"/>
          </a:solidFill>
        </p:grpSpPr>
        <p:sp>
          <p:nvSpPr>
            <p:cNvPr id="16" name="Oval 15">
              <a:extLst>
                <a:ext uri="{FF2B5EF4-FFF2-40B4-BE49-F238E27FC236}">
                  <a16:creationId xmlns:a16="http://schemas.microsoft.com/office/drawing/2014/main" id="{04E08BE1-618C-49D8-B7EF-C3C543F809DA}"/>
                </a:ext>
              </a:extLst>
            </p:cNvPr>
            <p:cNvSpPr/>
            <p:nvPr/>
          </p:nvSpPr>
          <p:spPr>
            <a:xfrm>
              <a:off x="575859" y="4778289"/>
              <a:ext cx="181782" cy="18178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3120">
                <a:solidFill>
                  <a:prstClr val="white"/>
                </a:solidFill>
              </a:endParaRPr>
            </a:p>
          </p:txBody>
        </p:sp>
        <p:sp>
          <p:nvSpPr>
            <p:cNvPr id="17" name="Rectangle 16">
              <a:extLst>
                <a:ext uri="{FF2B5EF4-FFF2-40B4-BE49-F238E27FC236}">
                  <a16:creationId xmlns:a16="http://schemas.microsoft.com/office/drawing/2014/main" id="{3A3BF6B8-D820-4EF1-9D81-6550D585FB39}"/>
                </a:ext>
              </a:extLst>
            </p:cNvPr>
            <p:cNvSpPr/>
            <p:nvPr/>
          </p:nvSpPr>
          <p:spPr>
            <a:xfrm>
              <a:off x="845820" y="4788492"/>
              <a:ext cx="617220" cy="16137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3120">
                <a:solidFill>
                  <a:prstClr val="white"/>
                </a:solidFill>
              </a:endParaRPr>
            </a:p>
          </p:txBody>
        </p:sp>
      </p:grpSp>
      <p:grpSp>
        <p:nvGrpSpPr>
          <p:cNvPr id="23" name="Group 22">
            <a:extLst>
              <a:ext uri="{FF2B5EF4-FFF2-40B4-BE49-F238E27FC236}">
                <a16:creationId xmlns:a16="http://schemas.microsoft.com/office/drawing/2014/main" id="{4A045D3C-8236-4AEA-9D24-B742D74089AF}"/>
              </a:ext>
            </a:extLst>
          </p:cNvPr>
          <p:cNvGrpSpPr/>
          <p:nvPr/>
        </p:nvGrpSpPr>
        <p:grpSpPr>
          <a:xfrm>
            <a:off x="592532" y="802004"/>
            <a:ext cx="2200300" cy="632688"/>
            <a:chOff x="522288" y="496888"/>
            <a:chExt cx="866775" cy="249238"/>
          </a:xfrm>
          <a:solidFill>
            <a:schemeClr val="tx1"/>
          </a:solidFill>
        </p:grpSpPr>
        <p:sp>
          <p:nvSpPr>
            <p:cNvPr id="24" name="Rectangle 5">
              <a:extLst>
                <a:ext uri="{FF2B5EF4-FFF2-40B4-BE49-F238E27FC236}">
                  <a16:creationId xmlns:a16="http://schemas.microsoft.com/office/drawing/2014/main" id="{79A4EA13-CF31-48DE-96E1-28BADD2F2CC6}"/>
                </a:ext>
              </a:extLst>
            </p:cNvPr>
            <p:cNvSpPr>
              <a:spLocks noChangeArrowheads="1"/>
            </p:cNvSpPr>
            <p:nvPr/>
          </p:nvSpPr>
          <p:spPr bwMode="auto">
            <a:xfrm>
              <a:off x="1054100" y="500063"/>
              <a:ext cx="38100" cy="2444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sz="3120">
                <a:solidFill>
                  <a:srgbClr val="000000"/>
                </a:solidFill>
              </a:endParaRPr>
            </a:p>
          </p:txBody>
        </p:sp>
        <p:sp>
          <p:nvSpPr>
            <p:cNvPr id="25" name="Freeform 6">
              <a:extLst>
                <a:ext uri="{FF2B5EF4-FFF2-40B4-BE49-F238E27FC236}">
                  <a16:creationId xmlns:a16="http://schemas.microsoft.com/office/drawing/2014/main" id="{D5A1E693-B34D-4A8B-9209-B9B03E4A17BC}"/>
                </a:ext>
              </a:extLst>
            </p:cNvPr>
            <p:cNvSpPr>
              <a:spLocks/>
            </p:cNvSpPr>
            <p:nvPr/>
          </p:nvSpPr>
          <p:spPr bwMode="auto">
            <a:xfrm>
              <a:off x="1198563" y="500063"/>
              <a:ext cx="106363" cy="244475"/>
            </a:xfrm>
            <a:custGeom>
              <a:avLst/>
              <a:gdLst>
                <a:gd name="T0" fmla="*/ 0 w 67"/>
                <a:gd name="T1" fmla="*/ 0 h 154"/>
                <a:gd name="T2" fmla="*/ 0 w 67"/>
                <a:gd name="T3" fmla="*/ 22 h 154"/>
                <a:gd name="T4" fmla="*/ 44 w 67"/>
                <a:gd name="T5" fmla="*/ 22 h 154"/>
                <a:gd name="T6" fmla="*/ 44 w 67"/>
                <a:gd name="T7" fmla="*/ 154 h 154"/>
                <a:gd name="T8" fmla="*/ 67 w 67"/>
                <a:gd name="T9" fmla="*/ 154 h 154"/>
                <a:gd name="T10" fmla="*/ 67 w 67"/>
                <a:gd name="T11" fmla="*/ 22 h 154"/>
                <a:gd name="T12" fmla="*/ 67 w 67"/>
                <a:gd name="T13" fmla="*/ 0 h 154"/>
                <a:gd name="T14" fmla="*/ 0 w 67"/>
                <a:gd name="T15" fmla="*/ 0 h 15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7" h="154">
                  <a:moveTo>
                    <a:pt x="0" y="0"/>
                  </a:moveTo>
                  <a:lnTo>
                    <a:pt x="0" y="22"/>
                  </a:lnTo>
                  <a:lnTo>
                    <a:pt x="44" y="22"/>
                  </a:lnTo>
                  <a:lnTo>
                    <a:pt x="44" y="154"/>
                  </a:lnTo>
                  <a:lnTo>
                    <a:pt x="67" y="154"/>
                  </a:lnTo>
                  <a:lnTo>
                    <a:pt x="67" y="22"/>
                  </a:lnTo>
                  <a:lnTo>
                    <a:pt x="67"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3120">
                <a:solidFill>
                  <a:srgbClr val="000000"/>
                </a:solidFill>
              </a:endParaRPr>
            </a:p>
          </p:txBody>
        </p:sp>
        <p:sp>
          <p:nvSpPr>
            <p:cNvPr id="26" name="Freeform 7">
              <a:extLst>
                <a:ext uri="{FF2B5EF4-FFF2-40B4-BE49-F238E27FC236}">
                  <a16:creationId xmlns:a16="http://schemas.microsoft.com/office/drawing/2014/main" id="{6B23526B-DCF2-4446-A8DF-97A435855539}"/>
                </a:ext>
              </a:extLst>
            </p:cNvPr>
            <p:cNvSpPr>
              <a:spLocks noEditPoints="1"/>
            </p:cNvSpPr>
            <p:nvPr/>
          </p:nvSpPr>
          <p:spPr bwMode="auto">
            <a:xfrm>
              <a:off x="790575" y="500063"/>
              <a:ext cx="176213" cy="244475"/>
            </a:xfrm>
            <a:custGeom>
              <a:avLst/>
              <a:gdLst>
                <a:gd name="T0" fmla="*/ 411 w 471"/>
                <a:gd name="T1" fmla="*/ 58 h 648"/>
                <a:gd name="T2" fmla="*/ 249 w 471"/>
                <a:gd name="T3" fmla="*/ 0 h 648"/>
                <a:gd name="T4" fmla="*/ 0 w 471"/>
                <a:gd name="T5" fmla="*/ 0 h 648"/>
                <a:gd name="T6" fmla="*/ 0 w 471"/>
                <a:gd name="T7" fmla="*/ 648 h 648"/>
                <a:gd name="T8" fmla="*/ 101 w 471"/>
                <a:gd name="T9" fmla="*/ 648 h 648"/>
                <a:gd name="T10" fmla="*/ 101 w 471"/>
                <a:gd name="T11" fmla="*/ 422 h 648"/>
                <a:gd name="T12" fmla="*/ 242 w 471"/>
                <a:gd name="T13" fmla="*/ 422 h 648"/>
                <a:gd name="T14" fmla="*/ 409 w 471"/>
                <a:gd name="T15" fmla="*/ 365 h 648"/>
                <a:gd name="T16" fmla="*/ 471 w 471"/>
                <a:gd name="T17" fmla="*/ 210 h 648"/>
                <a:gd name="T18" fmla="*/ 411 w 471"/>
                <a:gd name="T19" fmla="*/ 58 h 648"/>
                <a:gd name="T20" fmla="*/ 365 w 471"/>
                <a:gd name="T21" fmla="*/ 210 h 648"/>
                <a:gd name="T22" fmla="*/ 331 w 471"/>
                <a:gd name="T23" fmla="*/ 296 h 648"/>
                <a:gd name="T24" fmla="*/ 233 w 471"/>
                <a:gd name="T25" fmla="*/ 327 h 648"/>
                <a:gd name="T26" fmla="*/ 101 w 471"/>
                <a:gd name="T27" fmla="*/ 327 h 648"/>
                <a:gd name="T28" fmla="*/ 101 w 471"/>
                <a:gd name="T29" fmla="*/ 95 h 648"/>
                <a:gd name="T30" fmla="*/ 239 w 471"/>
                <a:gd name="T31" fmla="*/ 95 h 648"/>
                <a:gd name="T32" fmla="*/ 331 w 471"/>
                <a:gd name="T33" fmla="*/ 126 h 648"/>
                <a:gd name="T34" fmla="*/ 365 w 471"/>
                <a:gd name="T35" fmla="*/ 210 h 6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71" h="648">
                  <a:moveTo>
                    <a:pt x="411" y="58"/>
                  </a:moveTo>
                  <a:cubicBezTo>
                    <a:pt x="370" y="20"/>
                    <a:pt x="316" y="0"/>
                    <a:pt x="249" y="0"/>
                  </a:cubicBezTo>
                  <a:cubicBezTo>
                    <a:pt x="0" y="0"/>
                    <a:pt x="0" y="0"/>
                    <a:pt x="0" y="0"/>
                  </a:cubicBezTo>
                  <a:cubicBezTo>
                    <a:pt x="0" y="648"/>
                    <a:pt x="0" y="648"/>
                    <a:pt x="0" y="648"/>
                  </a:cubicBezTo>
                  <a:cubicBezTo>
                    <a:pt x="101" y="648"/>
                    <a:pt x="101" y="648"/>
                    <a:pt x="101" y="648"/>
                  </a:cubicBezTo>
                  <a:cubicBezTo>
                    <a:pt x="101" y="422"/>
                    <a:pt x="101" y="422"/>
                    <a:pt x="101" y="422"/>
                  </a:cubicBezTo>
                  <a:cubicBezTo>
                    <a:pt x="242" y="422"/>
                    <a:pt x="242" y="422"/>
                    <a:pt x="242" y="422"/>
                  </a:cubicBezTo>
                  <a:cubicBezTo>
                    <a:pt x="313" y="422"/>
                    <a:pt x="369" y="403"/>
                    <a:pt x="409" y="365"/>
                  </a:cubicBezTo>
                  <a:cubicBezTo>
                    <a:pt x="450" y="327"/>
                    <a:pt x="471" y="275"/>
                    <a:pt x="471" y="210"/>
                  </a:cubicBezTo>
                  <a:cubicBezTo>
                    <a:pt x="471" y="148"/>
                    <a:pt x="451" y="97"/>
                    <a:pt x="411" y="58"/>
                  </a:cubicBezTo>
                  <a:moveTo>
                    <a:pt x="365" y="210"/>
                  </a:moveTo>
                  <a:cubicBezTo>
                    <a:pt x="365" y="247"/>
                    <a:pt x="354" y="276"/>
                    <a:pt x="331" y="296"/>
                  </a:cubicBezTo>
                  <a:cubicBezTo>
                    <a:pt x="308" y="317"/>
                    <a:pt x="275" y="327"/>
                    <a:pt x="233" y="327"/>
                  </a:cubicBezTo>
                  <a:cubicBezTo>
                    <a:pt x="101" y="327"/>
                    <a:pt x="101" y="327"/>
                    <a:pt x="101" y="327"/>
                  </a:cubicBezTo>
                  <a:cubicBezTo>
                    <a:pt x="101" y="95"/>
                    <a:pt x="101" y="95"/>
                    <a:pt x="101" y="95"/>
                  </a:cubicBezTo>
                  <a:cubicBezTo>
                    <a:pt x="239" y="95"/>
                    <a:pt x="239" y="95"/>
                    <a:pt x="239" y="95"/>
                  </a:cubicBezTo>
                  <a:cubicBezTo>
                    <a:pt x="278" y="95"/>
                    <a:pt x="309" y="106"/>
                    <a:pt x="331" y="126"/>
                  </a:cubicBezTo>
                  <a:cubicBezTo>
                    <a:pt x="354" y="146"/>
                    <a:pt x="365" y="174"/>
                    <a:pt x="365" y="21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3120">
                <a:solidFill>
                  <a:srgbClr val="000000"/>
                </a:solidFill>
              </a:endParaRPr>
            </a:p>
          </p:txBody>
        </p:sp>
        <p:sp>
          <p:nvSpPr>
            <p:cNvPr id="27" name="Freeform 8">
              <a:extLst>
                <a:ext uri="{FF2B5EF4-FFF2-40B4-BE49-F238E27FC236}">
                  <a16:creationId xmlns:a16="http://schemas.microsoft.com/office/drawing/2014/main" id="{55C3E40B-FD7B-49C5-A50A-33AFAB8ED72E}"/>
                </a:ext>
              </a:extLst>
            </p:cNvPr>
            <p:cNvSpPr>
              <a:spLocks/>
            </p:cNvSpPr>
            <p:nvPr/>
          </p:nvSpPr>
          <p:spPr bwMode="auto">
            <a:xfrm>
              <a:off x="525463" y="500063"/>
              <a:ext cx="182563" cy="244475"/>
            </a:xfrm>
            <a:custGeom>
              <a:avLst/>
              <a:gdLst>
                <a:gd name="T0" fmla="*/ 53 w 115"/>
                <a:gd name="T1" fmla="*/ 75 h 154"/>
                <a:gd name="T2" fmla="*/ 115 w 115"/>
                <a:gd name="T3" fmla="*/ 0 h 154"/>
                <a:gd name="T4" fmla="*/ 86 w 115"/>
                <a:gd name="T5" fmla="*/ 0 h 154"/>
                <a:gd name="T6" fmla="*/ 34 w 115"/>
                <a:gd name="T7" fmla="*/ 64 h 154"/>
                <a:gd name="T8" fmla="*/ 34 w 115"/>
                <a:gd name="T9" fmla="*/ 64 h 154"/>
                <a:gd name="T10" fmla="*/ 33 w 115"/>
                <a:gd name="T11" fmla="*/ 64 h 154"/>
                <a:gd name="T12" fmla="*/ 24 w 115"/>
                <a:gd name="T13" fmla="*/ 64 h 154"/>
                <a:gd name="T14" fmla="*/ 24 w 115"/>
                <a:gd name="T15" fmla="*/ 51 h 154"/>
                <a:gd name="T16" fmla="*/ 24 w 115"/>
                <a:gd name="T17" fmla="*/ 19 h 154"/>
                <a:gd name="T18" fmla="*/ 24 w 115"/>
                <a:gd name="T19" fmla="*/ 0 h 154"/>
                <a:gd name="T20" fmla="*/ 23 w 115"/>
                <a:gd name="T21" fmla="*/ 0 h 154"/>
                <a:gd name="T22" fmla="*/ 0 w 115"/>
                <a:gd name="T23" fmla="*/ 0 h 154"/>
                <a:gd name="T24" fmla="*/ 0 w 115"/>
                <a:gd name="T25" fmla="*/ 19 h 154"/>
                <a:gd name="T26" fmla="*/ 0 w 115"/>
                <a:gd name="T27" fmla="*/ 51 h 154"/>
                <a:gd name="T28" fmla="*/ 0 w 115"/>
                <a:gd name="T29" fmla="*/ 64 h 154"/>
                <a:gd name="T30" fmla="*/ 0 w 115"/>
                <a:gd name="T31" fmla="*/ 86 h 154"/>
                <a:gd name="T32" fmla="*/ 0 w 115"/>
                <a:gd name="T33" fmla="*/ 109 h 154"/>
                <a:gd name="T34" fmla="*/ 24 w 115"/>
                <a:gd name="T35" fmla="*/ 109 h 154"/>
                <a:gd name="T36" fmla="*/ 24 w 115"/>
                <a:gd name="T37" fmla="*/ 86 h 154"/>
                <a:gd name="T38" fmla="*/ 34 w 115"/>
                <a:gd name="T39" fmla="*/ 86 h 154"/>
                <a:gd name="T40" fmla="*/ 44 w 115"/>
                <a:gd name="T41" fmla="*/ 98 h 154"/>
                <a:gd name="T42" fmla="*/ 88 w 115"/>
                <a:gd name="T43" fmla="*/ 154 h 154"/>
                <a:gd name="T44" fmla="*/ 115 w 115"/>
                <a:gd name="T45" fmla="*/ 154 h 154"/>
                <a:gd name="T46" fmla="*/ 53 w 115"/>
                <a:gd name="T47" fmla="*/ 75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5" h="154">
                  <a:moveTo>
                    <a:pt x="53" y="75"/>
                  </a:moveTo>
                  <a:lnTo>
                    <a:pt x="115" y="0"/>
                  </a:lnTo>
                  <a:lnTo>
                    <a:pt x="86" y="0"/>
                  </a:lnTo>
                  <a:lnTo>
                    <a:pt x="34" y="64"/>
                  </a:lnTo>
                  <a:lnTo>
                    <a:pt x="34" y="64"/>
                  </a:lnTo>
                  <a:lnTo>
                    <a:pt x="33" y="64"/>
                  </a:lnTo>
                  <a:lnTo>
                    <a:pt x="24" y="64"/>
                  </a:lnTo>
                  <a:lnTo>
                    <a:pt x="24" y="51"/>
                  </a:lnTo>
                  <a:lnTo>
                    <a:pt x="24" y="19"/>
                  </a:lnTo>
                  <a:lnTo>
                    <a:pt x="24" y="0"/>
                  </a:lnTo>
                  <a:lnTo>
                    <a:pt x="23" y="0"/>
                  </a:lnTo>
                  <a:lnTo>
                    <a:pt x="0" y="0"/>
                  </a:lnTo>
                  <a:lnTo>
                    <a:pt x="0" y="19"/>
                  </a:lnTo>
                  <a:lnTo>
                    <a:pt x="0" y="51"/>
                  </a:lnTo>
                  <a:lnTo>
                    <a:pt x="0" y="64"/>
                  </a:lnTo>
                  <a:lnTo>
                    <a:pt x="0" y="86"/>
                  </a:lnTo>
                  <a:lnTo>
                    <a:pt x="0" y="109"/>
                  </a:lnTo>
                  <a:lnTo>
                    <a:pt x="24" y="109"/>
                  </a:lnTo>
                  <a:lnTo>
                    <a:pt x="24" y="86"/>
                  </a:lnTo>
                  <a:lnTo>
                    <a:pt x="34" y="86"/>
                  </a:lnTo>
                  <a:lnTo>
                    <a:pt x="44" y="98"/>
                  </a:lnTo>
                  <a:lnTo>
                    <a:pt x="88" y="154"/>
                  </a:lnTo>
                  <a:lnTo>
                    <a:pt x="115" y="154"/>
                  </a:lnTo>
                  <a:lnTo>
                    <a:pt x="53" y="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3120">
                <a:solidFill>
                  <a:srgbClr val="000000"/>
                </a:solidFill>
              </a:endParaRPr>
            </a:p>
          </p:txBody>
        </p:sp>
        <p:sp>
          <p:nvSpPr>
            <p:cNvPr id="28" name="Freeform 9">
              <a:extLst>
                <a:ext uri="{FF2B5EF4-FFF2-40B4-BE49-F238E27FC236}">
                  <a16:creationId xmlns:a16="http://schemas.microsoft.com/office/drawing/2014/main" id="{20ABD8C8-DA77-4033-9AF1-7EBB5B37EAD2}"/>
                </a:ext>
              </a:extLst>
            </p:cNvPr>
            <p:cNvSpPr>
              <a:spLocks/>
            </p:cNvSpPr>
            <p:nvPr/>
          </p:nvSpPr>
          <p:spPr bwMode="auto">
            <a:xfrm>
              <a:off x="1344613" y="496888"/>
              <a:ext cx="44450" cy="42863"/>
            </a:xfrm>
            <a:custGeom>
              <a:avLst/>
              <a:gdLst>
                <a:gd name="T0" fmla="*/ 73 w 119"/>
                <a:gd name="T1" fmla="*/ 4 h 114"/>
                <a:gd name="T2" fmla="*/ 30 w 119"/>
                <a:gd name="T3" fmla="*/ 9 h 114"/>
                <a:gd name="T4" fmla="*/ 4 w 119"/>
                <a:gd name="T5" fmla="*/ 43 h 114"/>
                <a:gd name="T6" fmla="*/ 9 w 119"/>
                <a:gd name="T7" fmla="*/ 85 h 114"/>
                <a:gd name="T8" fmla="*/ 43 w 119"/>
                <a:gd name="T9" fmla="*/ 112 h 114"/>
                <a:gd name="T10" fmla="*/ 57 w 119"/>
                <a:gd name="T11" fmla="*/ 114 h 114"/>
                <a:gd name="T12" fmla="*/ 111 w 119"/>
                <a:gd name="T13" fmla="*/ 73 h 114"/>
                <a:gd name="T14" fmla="*/ 73 w 119"/>
                <a:gd name="T15" fmla="*/ 4 h 1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9" h="114">
                  <a:moveTo>
                    <a:pt x="73" y="4"/>
                  </a:moveTo>
                  <a:cubicBezTo>
                    <a:pt x="59" y="0"/>
                    <a:pt x="44" y="2"/>
                    <a:pt x="30" y="9"/>
                  </a:cubicBezTo>
                  <a:cubicBezTo>
                    <a:pt x="17" y="17"/>
                    <a:pt x="8" y="29"/>
                    <a:pt x="4" y="43"/>
                  </a:cubicBezTo>
                  <a:cubicBezTo>
                    <a:pt x="0" y="57"/>
                    <a:pt x="1" y="72"/>
                    <a:pt x="9" y="85"/>
                  </a:cubicBezTo>
                  <a:cubicBezTo>
                    <a:pt x="16" y="98"/>
                    <a:pt x="28" y="107"/>
                    <a:pt x="43" y="112"/>
                  </a:cubicBezTo>
                  <a:cubicBezTo>
                    <a:pt x="48" y="113"/>
                    <a:pt x="52" y="114"/>
                    <a:pt x="57" y="114"/>
                  </a:cubicBezTo>
                  <a:cubicBezTo>
                    <a:pt x="81" y="114"/>
                    <a:pt x="104" y="97"/>
                    <a:pt x="111" y="73"/>
                  </a:cubicBezTo>
                  <a:cubicBezTo>
                    <a:pt x="119" y="44"/>
                    <a:pt x="102" y="12"/>
                    <a:pt x="73" y="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3120">
                <a:solidFill>
                  <a:srgbClr val="000000"/>
                </a:solidFill>
              </a:endParaRPr>
            </a:p>
          </p:txBody>
        </p:sp>
        <p:sp>
          <p:nvSpPr>
            <p:cNvPr id="29" name="Freeform 10">
              <a:extLst>
                <a:ext uri="{FF2B5EF4-FFF2-40B4-BE49-F238E27FC236}">
                  <a16:creationId xmlns:a16="http://schemas.microsoft.com/office/drawing/2014/main" id="{87159288-A5ED-4305-8773-CBBE6AB133C2}"/>
                </a:ext>
              </a:extLst>
            </p:cNvPr>
            <p:cNvSpPr>
              <a:spLocks/>
            </p:cNvSpPr>
            <p:nvPr/>
          </p:nvSpPr>
          <p:spPr bwMode="auto">
            <a:xfrm>
              <a:off x="522288" y="703263"/>
              <a:ext cx="42863" cy="42863"/>
            </a:xfrm>
            <a:custGeom>
              <a:avLst/>
              <a:gdLst>
                <a:gd name="T0" fmla="*/ 74 w 115"/>
                <a:gd name="T1" fmla="*/ 4 h 114"/>
                <a:gd name="T2" fmla="*/ 31 w 115"/>
                <a:gd name="T3" fmla="*/ 9 h 114"/>
                <a:gd name="T4" fmla="*/ 4 w 115"/>
                <a:gd name="T5" fmla="*/ 43 h 114"/>
                <a:gd name="T6" fmla="*/ 9 w 115"/>
                <a:gd name="T7" fmla="*/ 85 h 114"/>
                <a:gd name="T8" fmla="*/ 43 w 115"/>
                <a:gd name="T9" fmla="*/ 112 h 114"/>
                <a:gd name="T10" fmla="*/ 58 w 115"/>
                <a:gd name="T11" fmla="*/ 114 h 114"/>
                <a:gd name="T12" fmla="*/ 111 w 115"/>
                <a:gd name="T13" fmla="*/ 74 h 114"/>
                <a:gd name="T14" fmla="*/ 106 w 115"/>
                <a:gd name="T15" fmla="*/ 31 h 114"/>
                <a:gd name="T16" fmla="*/ 74 w 115"/>
                <a:gd name="T17" fmla="*/ 4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5" h="114">
                  <a:moveTo>
                    <a:pt x="74" y="4"/>
                  </a:moveTo>
                  <a:cubicBezTo>
                    <a:pt x="59" y="0"/>
                    <a:pt x="44" y="2"/>
                    <a:pt x="31" y="9"/>
                  </a:cubicBezTo>
                  <a:cubicBezTo>
                    <a:pt x="18" y="17"/>
                    <a:pt x="8" y="29"/>
                    <a:pt x="4" y="43"/>
                  </a:cubicBezTo>
                  <a:cubicBezTo>
                    <a:pt x="0" y="57"/>
                    <a:pt x="2" y="72"/>
                    <a:pt x="9" y="85"/>
                  </a:cubicBezTo>
                  <a:cubicBezTo>
                    <a:pt x="17" y="98"/>
                    <a:pt x="29" y="108"/>
                    <a:pt x="43" y="112"/>
                  </a:cubicBezTo>
                  <a:cubicBezTo>
                    <a:pt x="48" y="113"/>
                    <a:pt x="53" y="114"/>
                    <a:pt x="58" y="114"/>
                  </a:cubicBezTo>
                  <a:cubicBezTo>
                    <a:pt x="82" y="114"/>
                    <a:pt x="105" y="98"/>
                    <a:pt x="111" y="74"/>
                  </a:cubicBezTo>
                  <a:cubicBezTo>
                    <a:pt x="115" y="59"/>
                    <a:pt x="114" y="44"/>
                    <a:pt x="106" y="31"/>
                  </a:cubicBezTo>
                  <a:cubicBezTo>
                    <a:pt x="99" y="18"/>
                    <a:pt x="88" y="8"/>
                    <a:pt x="74" y="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3120">
                <a:solidFill>
                  <a:srgbClr val="000000"/>
                </a:solidFill>
              </a:endParaRPr>
            </a:p>
          </p:txBody>
        </p:sp>
      </p:grpSp>
    </p:spTree>
    <p:extLst>
      <p:ext uri="{BB962C8B-B14F-4D97-AF65-F5344CB8AC3E}">
        <p14:creationId xmlns:p14="http://schemas.microsoft.com/office/powerpoint/2010/main" val="26864714"/>
      </p:ext>
    </p:extLst>
  </p:cSld>
  <p:clrMapOvr>
    <a:masterClrMapping/>
  </p:clrMapOvr>
  <p:hf hdr="0" ftr="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Opening_4">
    <p:bg>
      <p:bgRef idx="1001">
        <a:schemeClr val="bg2"/>
      </p:bgRef>
    </p:bg>
    <p:spTree>
      <p:nvGrpSpPr>
        <p:cNvPr id="1" name=""/>
        <p:cNvGrpSpPr/>
        <p:nvPr/>
      </p:nvGrpSpPr>
      <p:grpSpPr>
        <a:xfrm>
          <a:off x="0" y="0"/>
          <a:ext cx="0" cy="0"/>
          <a:chOff x="0" y="0"/>
          <a:chExt cx="0" cy="0"/>
        </a:xfrm>
      </p:grpSpPr>
      <p:sp>
        <p:nvSpPr>
          <p:cNvPr id="18" name="Picture Placeholder 17">
            <a:extLst>
              <a:ext uri="{FF2B5EF4-FFF2-40B4-BE49-F238E27FC236}">
                <a16:creationId xmlns:a16="http://schemas.microsoft.com/office/drawing/2014/main" id="{0A59897F-F414-49C6-A032-D9B2F8A7FBC0}"/>
              </a:ext>
            </a:extLst>
          </p:cNvPr>
          <p:cNvSpPr>
            <a:spLocks noGrp="1"/>
          </p:cNvSpPr>
          <p:nvPr>
            <p:ph type="pic" sz="quarter" idx="24"/>
          </p:nvPr>
        </p:nvSpPr>
        <p:spPr>
          <a:xfrm>
            <a:off x="0" y="0"/>
            <a:ext cx="14630400" cy="8229600"/>
          </a:xfrm>
        </p:spPr>
        <p:txBody>
          <a:bodyPr/>
          <a:lstStyle/>
          <a:p>
            <a:r>
              <a:rPr lang="en-US"/>
              <a:t>Click icon to add picture</a:t>
            </a:r>
            <a:endParaRPr lang="en-IN" dirty="0"/>
          </a:p>
        </p:txBody>
      </p:sp>
      <p:sp>
        <p:nvSpPr>
          <p:cNvPr id="20" name="Table Placeholder 19">
            <a:extLst>
              <a:ext uri="{FF2B5EF4-FFF2-40B4-BE49-F238E27FC236}">
                <a16:creationId xmlns:a16="http://schemas.microsoft.com/office/drawing/2014/main" id="{DE47ABF5-E890-49AD-AC79-CB2EF6AAF111}"/>
              </a:ext>
            </a:extLst>
          </p:cNvPr>
          <p:cNvSpPr>
            <a:spLocks noGrp="1"/>
          </p:cNvSpPr>
          <p:nvPr>
            <p:ph type="tbl" sz="quarter" idx="25"/>
          </p:nvPr>
        </p:nvSpPr>
        <p:spPr>
          <a:xfrm>
            <a:off x="644950" y="661058"/>
            <a:ext cx="6441650" cy="3517751"/>
          </a:xfrm>
          <a:solidFill>
            <a:schemeClr val="tx1">
              <a:alpha val="86000"/>
            </a:schemeClr>
          </a:solidFill>
        </p:spPr>
        <p:txBody>
          <a:bodyPr/>
          <a:lstStyle>
            <a:lvl1pPr marL="0" indent="0">
              <a:buNone/>
              <a:defRPr/>
            </a:lvl1pPr>
          </a:lstStyle>
          <a:p>
            <a:r>
              <a:rPr lang="en-US"/>
              <a:t>Click icon to add table</a:t>
            </a:r>
            <a:endParaRPr lang="en-IN" dirty="0"/>
          </a:p>
        </p:txBody>
      </p:sp>
      <p:sp>
        <p:nvSpPr>
          <p:cNvPr id="9" name="Footer Placeholder 8">
            <a:extLst>
              <a:ext uri="{FF2B5EF4-FFF2-40B4-BE49-F238E27FC236}">
                <a16:creationId xmlns:a16="http://schemas.microsoft.com/office/drawing/2014/main" id="{62156780-F5F3-4753-93A5-D6CFAECEA982}"/>
              </a:ext>
            </a:extLst>
          </p:cNvPr>
          <p:cNvSpPr>
            <a:spLocks noGrp="1"/>
          </p:cNvSpPr>
          <p:nvPr>
            <p:ph type="ftr" sz="quarter" idx="21"/>
          </p:nvPr>
        </p:nvSpPr>
        <p:spPr>
          <a:xfrm>
            <a:off x="644950" y="7588457"/>
            <a:ext cx="6670250" cy="294931"/>
          </a:xfrm>
        </p:spPr>
        <p:txBody>
          <a:bodyPr/>
          <a:lstStyle>
            <a:lvl1pPr algn="l">
              <a:defRPr>
                <a:solidFill>
                  <a:srgbClr val="FFFFFF"/>
                </a:solidFill>
              </a:defRPr>
            </a:lvl1pPr>
          </a:lstStyle>
          <a:p>
            <a:endParaRPr lang="en-US" dirty="0"/>
          </a:p>
        </p:txBody>
      </p:sp>
      <p:sp>
        <p:nvSpPr>
          <p:cNvPr id="11" name="Slide Number Placeholder 10">
            <a:extLst>
              <a:ext uri="{FF2B5EF4-FFF2-40B4-BE49-F238E27FC236}">
                <a16:creationId xmlns:a16="http://schemas.microsoft.com/office/drawing/2014/main" id="{E5774761-0146-4E08-A9F3-F691FF15CC94}"/>
              </a:ext>
            </a:extLst>
          </p:cNvPr>
          <p:cNvSpPr>
            <a:spLocks noGrp="1"/>
          </p:cNvSpPr>
          <p:nvPr>
            <p:ph type="sldNum" sz="quarter" idx="22"/>
          </p:nvPr>
        </p:nvSpPr>
        <p:spPr/>
        <p:txBody>
          <a:bodyPr/>
          <a:lstStyle>
            <a:lvl1pPr>
              <a:defRPr>
                <a:solidFill>
                  <a:srgbClr val="FFFFFF"/>
                </a:solidFill>
              </a:defRPr>
            </a:lvl1pPr>
          </a:lstStyle>
          <a:p>
            <a:fld id="{19A725F3-83D0-4529-A15C-9D644B8C51E0}" type="slidenum">
              <a:rPr lang="en-US" smtClean="0"/>
              <a:pPr/>
              <a:t>‹#›</a:t>
            </a:fld>
            <a:endParaRPr lang="en-US"/>
          </a:p>
        </p:txBody>
      </p:sp>
      <p:sp>
        <p:nvSpPr>
          <p:cNvPr id="4" name="Text Placeholder 3">
            <a:extLst>
              <a:ext uri="{FF2B5EF4-FFF2-40B4-BE49-F238E27FC236}">
                <a16:creationId xmlns:a16="http://schemas.microsoft.com/office/drawing/2014/main" id="{856D766E-B641-420F-ADC0-C99054ADED1A}"/>
              </a:ext>
            </a:extLst>
          </p:cNvPr>
          <p:cNvSpPr>
            <a:spLocks noGrp="1"/>
          </p:cNvSpPr>
          <p:nvPr>
            <p:ph type="body" sz="quarter" idx="23" hasCustomPrompt="1"/>
          </p:nvPr>
        </p:nvSpPr>
        <p:spPr>
          <a:xfrm>
            <a:off x="644949" y="4220897"/>
            <a:ext cx="6441650" cy="626052"/>
          </a:xfrm>
          <a:solidFill>
            <a:schemeClr val="tx2">
              <a:alpha val="86000"/>
            </a:schemeClr>
          </a:solidFill>
        </p:spPr>
        <p:txBody>
          <a:bodyPr lIns="288000" rIns="0" anchor="ctr" anchorCtr="0"/>
          <a:lstStyle>
            <a:lvl1pPr marL="0" indent="0" algn="l">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Presenter Name</a:t>
            </a:r>
            <a:endParaRPr lang="en-IN" dirty="0"/>
          </a:p>
        </p:txBody>
      </p:sp>
      <p:sp>
        <p:nvSpPr>
          <p:cNvPr id="2" name="Title_big_white"/>
          <p:cNvSpPr>
            <a:spLocks noGrp="1"/>
          </p:cNvSpPr>
          <p:nvPr>
            <p:ph type="title"/>
          </p:nvPr>
        </p:nvSpPr>
        <p:spPr>
          <a:xfrm>
            <a:off x="999615" y="1895498"/>
            <a:ext cx="5492406" cy="1274195"/>
          </a:xfrm>
        </p:spPr>
        <p:txBody>
          <a:bodyPr lIns="0" rIns="0"/>
          <a:lstStyle>
            <a:lvl1pPr>
              <a:defRPr sz="3840" spc="0" baseline="0">
                <a:solidFill>
                  <a:srgbClr val="FFFFFF"/>
                </a:solidFill>
                <a:latin typeface="+mj-lt"/>
              </a:defRPr>
            </a:lvl1pPr>
          </a:lstStyle>
          <a:p>
            <a:r>
              <a:rPr lang="en-US"/>
              <a:t>Click to edit Master title style</a:t>
            </a:r>
            <a:endParaRPr lang="en-US" dirty="0"/>
          </a:p>
        </p:txBody>
      </p:sp>
      <p:pic>
        <p:nvPicPr>
          <p:cNvPr id="8" name="Picture 7">
            <a:extLst>
              <a:ext uri="{FF2B5EF4-FFF2-40B4-BE49-F238E27FC236}">
                <a16:creationId xmlns:a16="http://schemas.microsoft.com/office/drawing/2014/main" id="{C1B7C1B9-2095-4997-AB3E-0290BD55F21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999614" y="923971"/>
            <a:ext cx="2002109" cy="590653"/>
          </a:xfrm>
          <a:prstGeom prst="rect">
            <a:avLst/>
          </a:prstGeom>
        </p:spPr>
      </p:pic>
    </p:spTree>
    <p:extLst>
      <p:ext uri="{BB962C8B-B14F-4D97-AF65-F5344CB8AC3E}">
        <p14:creationId xmlns:p14="http://schemas.microsoft.com/office/powerpoint/2010/main" val="36102"/>
      </p:ext>
    </p:extLst>
  </p:cSld>
  <p:clrMapOvr>
    <a:overrideClrMapping bg1="lt1" tx1="dk1" bg2="lt2" tx2="dk2" accent1="accent1" accent2="accent2" accent3="accent3" accent4="accent4" accent5="accent5" accent6="accent6" hlink="hlink" folHlink="folHlink"/>
  </p:clrMapOvr>
  <p:hf hdr="0" ftr="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Opening_5">
    <p:spTree>
      <p:nvGrpSpPr>
        <p:cNvPr id="1" name=""/>
        <p:cNvGrpSpPr/>
        <p:nvPr/>
      </p:nvGrpSpPr>
      <p:grpSpPr>
        <a:xfrm>
          <a:off x="0" y="0"/>
          <a:ext cx="0" cy="0"/>
          <a:chOff x="0" y="0"/>
          <a:chExt cx="0" cy="0"/>
        </a:xfrm>
      </p:grpSpPr>
      <p:sp>
        <p:nvSpPr>
          <p:cNvPr id="6" name="Picture Placeholder 5"/>
          <p:cNvSpPr>
            <a:spLocks noGrp="1"/>
          </p:cNvSpPr>
          <p:nvPr>
            <p:ph type="pic" sz="quarter" idx="11"/>
          </p:nvPr>
        </p:nvSpPr>
        <p:spPr>
          <a:xfrm>
            <a:off x="7621469" y="0"/>
            <a:ext cx="7008931" cy="8229600"/>
          </a:xfrm>
          <a:prstGeom prst="rect">
            <a:avLst/>
          </a:prstGeom>
          <a:solidFill>
            <a:schemeClr val="bg1">
              <a:lumMod val="95000"/>
            </a:schemeClr>
          </a:solidFill>
        </p:spPr>
        <p:txBody>
          <a:bodyPr/>
          <a:lstStyle>
            <a:lvl1pPr marL="0" indent="0">
              <a:buNone/>
              <a:defRPr>
                <a:noFill/>
              </a:defRPr>
            </a:lvl1pPr>
          </a:lstStyle>
          <a:p>
            <a:r>
              <a:rPr lang="en-US"/>
              <a:t>Click icon to add picture</a:t>
            </a:r>
            <a:endParaRPr lang="en-US" dirty="0"/>
          </a:p>
        </p:txBody>
      </p:sp>
      <p:sp>
        <p:nvSpPr>
          <p:cNvPr id="2" name="Title_half_left"/>
          <p:cNvSpPr>
            <a:spLocks noGrp="1"/>
          </p:cNvSpPr>
          <p:nvPr>
            <p:ph type="title"/>
          </p:nvPr>
        </p:nvSpPr>
        <p:spPr>
          <a:xfrm>
            <a:off x="605701" y="3380717"/>
            <a:ext cx="6294989" cy="1274195"/>
          </a:xfrm>
        </p:spPr>
        <p:txBody>
          <a:body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243D586E-F233-48FE-A780-BB4D0BED1192}"/>
              </a:ext>
            </a:extLst>
          </p:cNvPr>
          <p:cNvSpPr>
            <a:spLocks noGrp="1"/>
          </p:cNvSpPr>
          <p:nvPr>
            <p:ph type="body" sz="quarter" idx="12" hasCustomPrompt="1"/>
          </p:nvPr>
        </p:nvSpPr>
        <p:spPr>
          <a:xfrm>
            <a:off x="608276" y="5259706"/>
            <a:ext cx="6292415" cy="441379"/>
          </a:xfrm>
        </p:spPr>
        <p:txBody>
          <a:bodyPr/>
          <a:lstStyle>
            <a:lvl1pPr marL="0" indent="0">
              <a:buNone/>
              <a:defRPr/>
            </a:lvl1pPr>
            <a:lvl2pPr marL="320040" indent="0">
              <a:buNone/>
              <a:defRPr/>
            </a:lvl2pPr>
            <a:lvl3pPr marL="1097280" indent="0">
              <a:buNone/>
              <a:defRPr/>
            </a:lvl3pPr>
            <a:lvl4pPr marL="1645920" indent="0">
              <a:buNone/>
              <a:defRPr/>
            </a:lvl4pPr>
            <a:lvl5pPr marL="2194560" indent="0">
              <a:buNone/>
              <a:defRPr/>
            </a:lvl5pPr>
          </a:lstStyle>
          <a:p>
            <a:pPr lvl="0"/>
            <a:r>
              <a:rPr lang="en-US" dirty="0"/>
              <a:t>Presenter Name</a:t>
            </a:r>
            <a:endParaRPr lang="en-IN" dirty="0"/>
          </a:p>
        </p:txBody>
      </p:sp>
      <p:pic>
        <p:nvPicPr>
          <p:cNvPr id="7" name="Picture 6">
            <a:extLst>
              <a:ext uri="{FF2B5EF4-FFF2-40B4-BE49-F238E27FC236}">
                <a16:creationId xmlns:a16="http://schemas.microsoft.com/office/drawing/2014/main" id="{04BDFC6F-3286-4A3D-A782-EF139340A1FB}"/>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05701" y="557633"/>
            <a:ext cx="2072786" cy="596963"/>
          </a:xfrm>
          <a:prstGeom prst="rect">
            <a:avLst/>
          </a:prstGeom>
        </p:spPr>
      </p:pic>
    </p:spTree>
    <p:extLst>
      <p:ext uri="{BB962C8B-B14F-4D97-AF65-F5344CB8AC3E}">
        <p14:creationId xmlns:p14="http://schemas.microsoft.com/office/powerpoint/2010/main" val="2309280045"/>
      </p:ext>
    </p:extLst>
  </p:cSld>
  <p:clrMapOvr>
    <a:masterClrMapping/>
  </p:clrMapOvr>
  <p:hf hdr="0" ftr="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lvl1pPr>
              <a:defRPr>
                <a:latin typeface="Work Sans" panose="00000500000000000000" pitchFamily="2" charset="0"/>
              </a:defRPr>
            </a:lvl1pPr>
          </a:lstStyle>
          <a:p>
            <a:fld id="{19A725F3-83D0-4529-A15C-9D644B8C51E0}" type="slidenum">
              <a:rPr lang="en-US" smtClean="0"/>
              <a:pPr/>
              <a:t>‹#›</a:t>
            </a:fld>
            <a:endParaRPr lang="en-US"/>
          </a:p>
        </p:txBody>
      </p:sp>
      <p:sp>
        <p:nvSpPr>
          <p:cNvPr id="4" name="Footer Placeholder 3"/>
          <p:cNvSpPr>
            <a:spLocks noGrp="1"/>
          </p:cNvSpPr>
          <p:nvPr>
            <p:ph type="ftr" sz="quarter" idx="11"/>
          </p:nvPr>
        </p:nvSpPr>
        <p:spPr/>
        <p:txBody>
          <a:bodyPr/>
          <a:lstStyle/>
          <a:p>
            <a:endParaRPr lang="en-US" dirty="0"/>
          </a:p>
        </p:txBody>
      </p:sp>
      <p:sp>
        <p:nvSpPr>
          <p:cNvPr id="6" name="Date Placeholder 5">
            <a:extLst>
              <a:ext uri="{FF2B5EF4-FFF2-40B4-BE49-F238E27FC236}">
                <a16:creationId xmlns:a16="http://schemas.microsoft.com/office/drawing/2014/main" id="{FBB9A967-9DD9-4DD6-A720-46986134B147}"/>
              </a:ext>
            </a:extLst>
          </p:cNvPr>
          <p:cNvSpPr>
            <a:spLocks noGrp="1"/>
          </p:cNvSpPr>
          <p:nvPr>
            <p:ph type="dt" sz="half" idx="12"/>
          </p:nvPr>
        </p:nvSpPr>
        <p:spPr/>
        <p:txBody>
          <a:bodyPr/>
          <a:lstStyle/>
          <a:p>
            <a:fld id="{5CED9324-B2E2-4A85-9931-40B505EF33D5}" type="datetime1">
              <a:rPr lang="en-US" smtClean="0"/>
              <a:t>1/7/2020</a:t>
            </a:fld>
            <a:endParaRPr lang="en-US"/>
          </a:p>
        </p:txBody>
      </p:sp>
    </p:spTree>
    <p:extLst>
      <p:ext uri="{BB962C8B-B14F-4D97-AF65-F5344CB8AC3E}">
        <p14:creationId xmlns:p14="http://schemas.microsoft.com/office/powerpoint/2010/main" val="3103810126"/>
      </p:ext>
    </p:extLst>
  </p:cSld>
  <p:clrMapOvr>
    <a:masterClrMapping/>
  </p:clrMapOvr>
  <p:hf hdr="0" ftr="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amp; Subtitle">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lvl1pPr>
              <a:defRPr>
                <a:latin typeface="Work Sans" panose="00000500000000000000" pitchFamily="2" charset="0"/>
              </a:defRPr>
            </a:lvl1pPr>
          </a:lstStyle>
          <a:p>
            <a:fld id="{19A725F3-83D0-4529-A15C-9D644B8C51E0}" type="slidenum">
              <a:rPr lang="en-US" smtClean="0"/>
              <a:pPr/>
              <a:t>‹#›</a:t>
            </a:fld>
            <a:endParaRPr lang="en-US"/>
          </a:p>
        </p:txBody>
      </p:sp>
      <p:sp>
        <p:nvSpPr>
          <p:cNvPr id="4" name="Footer Placeholder 3"/>
          <p:cNvSpPr>
            <a:spLocks noGrp="1"/>
          </p:cNvSpPr>
          <p:nvPr>
            <p:ph type="ftr" sz="quarter" idx="11"/>
          </p:nvPr>
        </p:nvSpPr>
        <p:spPr/>
        <p:txBody>
          <a:bodyPr/>
          <a:lstStyle/>
          <a:p>
            <a:endParaRPr lang="en-US" dirty="0"/>
          </a:p>
        </p:txBody>
      </p:sp>
      <p:sp>
        <p:nvSpPr>
          <p:cNvPr id="7" name="Subtitle"/>
          <p:cNvSpPr>
            <a:spLocks noGrp="1"/>
          </p:cNvSpPr>
          <p:nvPr>
            <p:ph type="body" sz="quarter" idx="12" hasCustomPrompt="1"/>
          </p:nvPr>
        </p:nvSpPr>
        <p:spPr>
          <a:xfrm>
            <a:off x="643681" y="1249426"/>
            <a:ext cx="13201650" cy="610873"/>
          </a:xfrm>
          <a:prstGeom prst="rect">
            <a:avLst/>
          </a:prstGeom>
        </p:spPr>
        <p:txBody>
          <a:bodyPr>
            <a:spAutoFit/>
          </a:bodyPr>
          <a:lstStyle>
            <a:lvl1pPr marL="0" indent="0">
              <a:buNone/>
              <a:defRPr sz="2880">
                <a:latin typeface="Work Sans Light" panose="00000400000000000000" pitchFamily="2" charset="0"/>
              </a:defRPr>
            </a:lvl1pPr>
          </a:lstStyle>
          <a:p>
            <a:pPr lvl="0"/>
            <a:r>
              <a:rPr lang="en-US" dirty="0"/>
              <a:t>Subtitle goes here</a:t>
            </a:r>
          </a:p>
        </p:txBody>
      </p:sp>
      <p:sp>
        <p:nvSpPr>
          <p:cNvPr id="5" name="Date Placeholder 4">
            <a:extLst>
              <a:ext uri="{FF2B5EF4-FFF2-40B4-BE49-F238E27FC236}">
                <a16:creationId xmlns:a16="http://schemas.microsoft.com/office/drawing/2014/main" id="{FAC4EAAC-FB47-49ED-97B6-A5D15BB5B0BB}"/>
              </a:ext>
            </a:extLst>
          </p:cNvPr>
          <p:cNvSpPr>
            <a:spLocks noGrp="1"/>
          </p:cNvSpPr>
          <p:nvPr>
            <p:ph type="dt" sz="half" idx="13"/>
          </p:nvPr>
        </p:nvSpPr>
        <p:spPr/>
        <p:txBody>
          <a:bodyPr/>
          <a:lstStyle/>
          <a:p>
            <a:fld id="{5CED9324-B2E2-4A85-9931-40B505EF33D5}" type="datetime1">
              <a:rPr lang="en-US" smtClean="0"/>
              <a:t>1/7/2020</a:t>
            </a:fld>
            <a:endParaRPr lang="en-US"/>
          </a:p>
        </p:txBody>
      </p:sp>
      <p:sp>
        <p:nvSpPr>
          <p:cNvPr id="9" name="Title 8">
            <a:extLst>
              <a:ext uri="{FF2B5EF4-FFF2-40B4-BE49-F238E27FC236}">
                <a16:creationId xmlns:a16="http://schemas.microsoft.com/office/drawing/2014/main" id="{5995F111-8597-4705-A658-A748EE2E77E5}"/>
              </a:ext>
            </a:extLst>
          </p:cNvPr>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642262030"/>
      </p:ext>
    </p:extLst>
  </p:cSld>
  <p:clrMapOvr>
    <a:masterClrMapping/>
  </p:clrMapOvr>
  <p:hf hdr="0" ft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Subtitle &amp; Contents">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lvl1pPr>
              <a:defRPr>
                <a:latin typeface="Work Sans" panose="00000500000000000000" pitchFamily="2" charset="0"/>
              </a:defRPr>
            </a:lvl1pPr>
          </a:lstStyle>
          <a:p>
            <a:fld id="{19A725F3-83D0-4529-A15C-9D644B8C51E0}" type="slidenum">
              <a:rPr lang="en-US" smtClean="0"/>
              <a:pPr/>
              <a:t>‹#›</a:t>
            </a:fld>
            <a:endParaRPr lang="en-US"/>
          </a:p>
        </p:txBody>
      </p:sp>
      <p:sp>
        <p:nvSpPr>
          <p:cNvPr id="4" name="Footer Placeholder 3"/>
          <p:cNvSpPr>
            <a:spLocks noGrp="1"/>
          </p:cNvSpPr>
          <p:nvPr>
            <p:ph type="ftr" sz="quarter" idx="11"/>
          </p:nvPr>
        </p:nvSpPr>
        <p:spPr/>
        <p:txBody>
          <a:bodyPr/>
          <a:lstStyle/>
          <a:p>
            <a:endParaRPr lang="en-US" dirty="0"/>
          </a:p>
        </p:txBody>
      </p:sp>
      <p:sp>
        <p:nvSpPr>
          <p:cNvPr id="7" name="Subtitle"/>
          <p:cNvSpPr>
            <a:spLocks noGrp="1"/>
          </p:cNvSpPr>
          <p:nvPr>
            <p:ph type="body" sz="quarter" idx="12" hasCustomPrompt="1"/>
          </p:nvPr>
        </p:nvSpPr>
        <p:spPr>
          <a:xfrm>
            <a:off x="643681" y="1249426"/>
            <a:ext cx="13201650" cy="610873"/>
          </a:xfrm>
          <a:prstGeom prst="rect">
            <a:avLst/>
          </a:prstGeom>
        </p:spPr>
        <p:txBody>
          <a:bodyPr>
            <a:spAutoFit/>
          </a:bodyPr>
          <a:lstStyle>
            <a:lvl1pPr marL="0" indent="0">
              <a:buNone/>
              <a:defRPr sz="2880">
                <a:latin typeface="Work Sans Light" panose="00000400000000000000" pitchFamily="2" charset="0"/>
              </a:defRPr>
            </a:lvl1pPr>
          </a:lstStyle>
          <a:p>
            <a:pPr lvl="0"/>
            <a:r>
              <a:rPr lang="en-US" dirty="0"/>
              <a:t>Subtitle goes here</a:t>
            </a:r>
          </a:p>
        </p:txBody>
      </p:sp>
      <p:sp>
        <p:nvSpPr>
          <p:cNvPr id="5" name="Date Placeholder 4">
            <a:extLst>
              <a:ext uri="{FF2B5EF4-FFF2-40B4-BE49-F238E27FC236}">
                <a16:creationId xmlns:a16="http://schemas.microsoft.com/office/drawing/2014/main" id="{FAC4EAAC-FB47-49ED-97B6-A5D15BB5B0BB}"/>
              </a:ext>
            </a:extLst>
          </p:cNvPr>
          <p:cNvSpPr>
            <a:spLocks noGrp="1"/>
          </p:cNvSpPr>
          <p:nvPr>
            <p:ph type="dt" sz="half" idx="13"/>
          </p:nvPr>
        </p:nvSpPr>
        <p:spPr/>
        <p:txBody>
          <a:bodyPr/>
          <a:lstStyle/>
          <a:p>
            <a:fld id="{5CED9324-B2E2-4A85-9931-40B505EF33D5}" type="datetime1">
              <a:rPr lang="en-US" smtClean="0"/>
              <a:t>1/7/2020</a:t>
            </a:fld>
            <a:endParaRPr lang="en-US"/>
          </a:p>
        </p:txBody>
      </p:sp>
      <p:sp>
        <p:nvSpPr>
          <p:cNvPr id="9" name="Title 8">
            <a:extLst>
              <a:ext uri="{FF2B5EF4-FFF2-40B4-BE49-F238E27FC236}">
                <a16:creationId xmlns:a16="http://schemas.microsoft.com/office/drawing/2014/main" id="{5995F111-8597-4705-A658-A748EE2E77E5}"/>
              </a:ext>
            </a:extLst>
          </p:cNvPr>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4"/>
          </p:nvPr>
        </p:nvSpPr>
        <p:spPr>
          <a:xfrm>
            <a:off x="643890" y="1969623"/>
            <a:ext cx="13340716" cy="517603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61983806"/>
      </p:ext>
    </p:extLst>
  </p:cSld>
  <p:clrMapOvr>
    <a:masterClrMapping/>
  </p:clrMapOvr>
  <p:hf hdr="0" ftr="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Title bottom with background">
    <p:bg>
      <p:bgRef idx="1001">
        <a:schemeClr val="bg2"/>
      </p:bgRef>
    </p:bg>
    <p:spTree>
      <p:nvGrpSpPr>
        <p:cNvPr id="1" name=""/>
        <p:cNvGrpSpPr/>
        <p:nvPr/>
      </p:nvGrpSpPr>
      <p:grpSpPr>
        <a:xfrm>
          <a:off x="0" y="0"/>
          <a:ext cx="0" cy="0"/>
          <a:chOff x="0" y="0"/>
          <a:chExt cx="0" cy="0"/>
        </a:xfrm>
      </p:grpSpPr>
      <p:sp>
        <p:nvSpPr>
          <p:cNvPr id="6" name="Picture Placeholder 6"/>
          <p:cNvSpPr>
            <a:spLocks noGrp="1"/>
          </p:cNvSpPr>
          <p:nvPr>
            <p:ph type="pic" sz="quarter" idx="13"/>
          </p:nvPr>
        </p:nvSpPr>
        <p:spPr>
          <a:xfrm>
            <a:off x="0" y="0"/>
            <a:ext cx="14630400" cy="8229600"/>
          </a:xfrm>
          <a:prstGeom prst="rect">
            <a:avLst/>
          </a:prstGeom>
          <a:noFill/>
        </p:spPr>
        <p:txBody>
          <a:bodyPr/>
          <a:lstStyle>
            <a:lvl1pPr marL="0" indent="0">
              <a:buNone/>
              <a:defRPr>
                <a:noFill/>
              </a:defRPr>
            </a:lvl1pPr>
          </a:lstStyle>
          <a:p>
            <a:r>
              <a:rPr lang="en-US"/>
              <a:t>Click icon to add picture</a:t>
            </a:r>
            <a:endParaRPr lang="en-US" dirty="0"/>
          </a:p>
        </p:txBody>
      </p:sp>
      <p:sp>
        <p:nvSpPr>
          <p:cNvPr id="2" name="Title_big_bottom"/>
          <p:cNvSpPr>
            <a:spLocks noGrp="1"/>
          </p:cNvSpPr>
          <p:nvPr>
            <p:ph type="title"/>
          </p:nvPr>
        </p:nvSpPr>
        <p:spPr>
          <a:xfrm>
            <a:off x="644951" y="5251521"/>
            <a:ext cx="13340500" cy="960263"/>
          </a:xfrm>
        </p:spPr>
        <p:txBody>
          <a:bodyPr/>
          <a:lstStyle>
            <a:lvl1pPr>
              <a:defRPr sz="5520">
                <a:solidFill>
                  <a:srgbClr val="FFFFFF"/>
                </a:solidFill>
                <a:latin typeface="+mj-lt"/>
              </a:defRPr>
            </a:lvl1pPr>
          </a:lstStyle>
          <a:p>
            <a:r>
              <a:rPr lang="en-US"/>
              <a:t>Click to edit Master title style</a:t>
            </a:r>
            <a:endParaRPr lang="en-US" dirty="0"/>
          </a:p>
        </p:txBody>
      </p:sp>
      <p:sp>
        <p:nvSpPr>
          <p:cNvPr id="8" name="Date Placeholder 7">
            <a:extLst>
              <a:ext uri="{FF2B5EF4-FFF2-40B4-BE49-F238E27FC236}">
                <a16:creationId xmlns:a16="http://schemas.microsoft.com/office/drawing/2014/main" id="{E0820E8D-C14D-4C0B-BD6B-8F88D7BAADED}"/>
              </a:ext>
            </a:extLst>
          </p:cNvPr>
          <p:cNvSpPr>
            <a:spLocks noGrp="1"/>
          </p:cNvSpPr>
          <p:nvPr>
            <p:ph type="dt" sz="half" idx="14"/>
          </p:nvPr>
        </p:nvSpPr>
        <p:spPr/>
        <p:txBody>
          <a:bodyPr/>
          <a:lstStyle>
            <a:lvl1pPr>
              <a:defRPr>
                <a:solidFill>
                  <a:srgbClr val="FFFFFF"/>
                </a:solidFill>
              </a:defRPr>
            </a:lvl1pPr>
          </a:lstStyle>
          <a:p>
            <a:fld id="{5CED9324-B2E2-4A85-9931-40B505EF33D5}" type="datetime1">
              <a:rPr lang="en-US" smtClean="0"/>
              <a:t>1/7/2020</a:t>
            </a:fld>
            <a:endParaRPr lang="en-US"/>
          </a:p>
        </p:txBody>
      </p:sp>
      <p:sp>
        <p:nvSpPr>
          <p:cNvPr id="9" name="Footer Placeholder 8">
            <a:extLst>
              <a:ext uri="{FF2B5EF4-FFF2-40B4-BE49-F238E27FC236}">
                <a16:creationId xmlns:a16="http://schemas.microsoft.com/office/drawing/2014/main" id="{374A7328-CA38-4B1B-B573-1B0774D3AC94}"/>
              </a:ext>
            </a:extLst>
          </p:cNvPr>
          <p:cNvSpPr>
            <a:spLocks noGrp="1"/>
          </p:cNvSpPr>
          <p:nvPr>
            <p:ph type="ftr" sz="quarter" idx="15"/>
          </p:nvPr>
        </p:nvSpPr>
        <p:spPr>
          <a:xfrm>
            <a:off x="643680" y="7588457"/>
            <a:ext cx="6671520" cy="294931"/>
          </a:xfrm>
        </p:spPr>
        <p:txBody>
          <a:bodyPr/>
          <a:lstStyle>
            <a:lvl1pPr algn="l">
              <a:defRPr>
                <a:solidFill>
                  <a:srgbClr val="FFFFFF"/>
                </a:solidFill>
              </a:defRPr>
            </a:lvl1pPr>
          </a:lstStyle>
          <a:p>
            <a:endParaRPr lang="en-US" dirty="0"/>
          </a:p>
        </p:txBody>
      </p:sp>
      <p:sp>
        <p:nvSpPr>
          <p:cNvPr id="10" name="Slide Number Placeholder 9">
            <a:extLst>
              <a:ext uri="{FF2B5EF4-FFF2-40B4-BE49-F238E27FC236}">
                <a16:creationId xmlns:a16="http://schemas.microsoft.com/office/drawing/2014/main" id="{ADFC39A8-2928-4641-814D-B19F9B6E95DD}"/>
              </a:ext>
            </a:extLst>
          </p:cNvPr>
          <p:cNvSpPr>
            <a:spLocks noGrp="1"/>
          </p:cNvSpPr>
          <p:nvPr>
            <p:ph type="sldNum" sz="quarter" idx="16"/>
          </p:nvPr>
        </p:nvSpPr>
        <p:spPr/>
        <p:txBody>
          <a:bodyPr/>
          <a:lstStyle>
            <a:lvl1pPr>
              <a:defRPr>
                <a:solidFill>
                  <a:srgbClr val="FFFFFF"/>
                </a:solidFill>
              </a:defRPr>
            </a:lvl1pPr>
          </a:lstStyle>
          <a:p>
            <a:fld id="{19A725F3-83D0-4529-A15C-9D644B8C51E0}" type="slidenum">
              <a:rPr lang="en-US" smtClean="0"/>
              <a:pPr/>
              <a:t>‹#›</a:t>
            </a:fld>
            <a:endParaRPr lang="en-US"/>
          </a:p>
        </p:txBody>
      </p:sp>
    </p:spTree>
    <p:extLst>
      <p:ext uri="{BB962C8B-B14F-4D97-AF65-F5344CB8AC3E}">
        <p14:creationId xmlns:p14="http://schemas.microsoft.com/office/powerpoint/2010/main" val="3997639666"/>
      </p:ext>
    </p:extLst>
  </p:cSld>
  <p:clrMapOvr>
    <a:overrideClrMapping bg1="dk1" tx1="lt1" bg2="dk2" tx2="lt2" accent1="accent1" accent2="accent2" accent3="accent3" accent4="accent4" accent5="accent5" accent6="accent6" hlink="hlink" folHlink="folHlink"/>
  </p:clrMapOvr>
  <p:hf hdr="0" ftr="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Title middle with background">
    <p:bg>
      <p:bgRef idx="1001">
        <a:schemeClr val="bg2"/>
      </p:bgRef>
    </p:bg>
    <p:spTree>
      <p:nvGrpSpPr>
        <p:cNvPr id="1" name=""/>
        <p:cNvGrpSpPr/>
        <p:nvPr/>
      </p:nvGrpSpPr>
      <p:grpSpPr>
        <a:xfrm>
          <a:off x="0" y="0"/>
          <a:ext cx="0" cy="0"/>
          <a:chOff x="0" y="0"/>
          <a:chExt cx="0" cy="0"/>
        </a:xfrm>
      </p:grpSpPr>
      <p:sp>
        <p:nvSpPr>
          <p:cNvPr id="7" name="Picture Placeholder 6"/>
          <p:cNvSpPr>
            <a:spLocks noGrp="1"/>
          </p:cNvSpPr>
          <p:nvPr>
            <p:ph type="pic" sz="quarter" idx="16"/>
          </p:nvPr>
        </p:nvSpPr>
        <p:spPr>
          <a:xfrm>
            <a:off x="0" y="0"/>
            <a:ext cx="14630400" cy="8229600"/>
          </a:xfrm>
          <a:prstGeom prst="rect">
            <a:avLst/>
          </a:prstGeom>
          <a:noFill/>
        </p:spPr>
        <p:txBody>
          <a:bodyPr/>
          <a:lstStyle>
            <a:lvl1pPr marL="0" indent="0">
              <a:buNone/>
              <a:defRPr>
                <a:noFill/>
              </a:defRPr>
            </a:lvl1pPr>
          </a:lstStyle>
          <a:p>
            <a:r>
              <a:rPr lang="en-US"/>
              <a:t>Click icon to add picture</a:t>
            </a:r>
            <a:endParaRPr lang="en-US" dirty="0"/>
          </a:p>
        </p:txBody>
      </p:sp>
      <p:sp>
        <p:nvSpPr>
          <p:cNvPr id="114" name="Title_big_white"/>
          <p:cNvSpPr>
            <a:spLocks noGrp="1"/>
          </p:cNvSpPr>
          <p:nvPr>
            <p:ph type="title"/>
          </p:nvPr>
        </p:nvSpPr>
        <p:spPr>
          <a:xfrm>
            <a:off x="644951" y="3594029"/>
            <a:ext cx="13340500" cy="960263"/>
          </a:xfrm>
        </p:spPr>
        <p:txBody>
          <a:bodyPr anchor="ctr" anchorCtr="0"/>
          <a:lstStyle>
            <a:lvl1pPr algn="ctr">
              <a:lnSpc>
                <a:spcPct val="100000"/>
              </a:lnSpc>
              <a:defRPr sz="5520" b="0" spc="0" baseline="0">
                <a:solidFill>
                  <a:srgbClr val="FFFFFF"/>
                </a:solidFill>
                <a:latin typeface="+mj-lt"/>
                <a:ea typeface="Work Sans Medium" panose="020B0706030804020204" pitchFamily="34" charset="0"/>
                <a:cs typeface="Work Sans Medium" panose="020B0706030804020204" pitchFamily="34" charset="0"/>
              </a:defRPr>
            </a:lvl1pPr>
          </a:lstStyle>
          <a:p>
            <a:r>
              <a:rPr lang="en-US"/>
              <a:t>Click to edit Master title style</a:t>
            </a:r>
            <a:endParaRPr lang="en-US" dirty="0"/>
          </a:p>
        </p:txBody>
      </p:sp>
      <p:sp>
        <p:nvSpPr>
          <p:cNvPr id="5" name="Date Placeholder 4">
            <a:extLst>
              <a:ext uri="{FF2B5EF4-FFF2-40B4-BE49-F238E27FC236}">
                <a16:creationId xmlns:a16="http://schemas.microsoft.com/office/drawing/2014/main" id="{86FF18A5-09F4-47C1-A4BD-EC66B9E1685D}"/>
              </a:ext>
            </a:extLst>
          </p:cNvPr>
          <p:cNvSpPr>
            <a:spLocks noGrp="1"/>
          </p:cNvSpPr>
          <p:nvPr>
            <p:ph type="dt" sz="half" idx="17"/>
          </p:nvPr>
        </p:nvSpPr>
        <p:spPr/>
        <p:txBody>
          <a:bodyPr/>
          <a:lstStyle>
            <a:lvl1pPr>
              <a:defRPr>
                <a:solidFill>
                  <a:srgbClr val="FFFFFF"/>
                </a:solidFill>
              </a:defRPr>
            </a:lvl1pPr>
          </a:lstStyle>
          <a:p>
            <a:fld id="{5CED9324-B2E2-4A85-9931-40B505EF33D5}" type="datetime1">
              <a:rPr lang="en-US" smtClean="0"/>
              <a:t>1/7/2020</a:t>
            </a:fld>
            <a:endParaRPr lang="en-US"/>
          </a:p>
        </p:txBody>
      </p:sp>
      <p:sp>
        <p:nvSpPr>
          <p:cNvPr id="8" name="Footer Placeholder 7">
            <a:extLst>
              <a:ext uri="{FF2B5EF4-FFF2-40B4-BE49-F238E27FC236}">
                <a16:creationId xmlns:a16="http://schemas.microsoft.com/office/drawing/2014/main" id="{2BEBA99D-F27E-46D4-86A6-1803583B424A}"/>
              </a:ext>
            </a:extLst>
          </p:cNvPr>
          <p:cNvSpPr>
            <a:spLocks noGrp="1"/>
          </p:cNvSpPr>
          <p:nvPr>
            <p:ph type="ftr" sz="quarter" idx="18"/>
          </p:nvPr>
        </p:nvSpPr>
        <p:spPr>
          <a:xfrm>
            <a:off x="643680" y="7588457"/>
            <a:ext cx="6671520" cy="294931"/>
          </a:xfrm>
        </p:spPr>
        <p:txBody>
          <a:bodyPr/>
          <a:lstStyle>
            <a:lvl1pPr algn="l">
              <a:defRPr>
                <a:solidFill>
                  <a:srgbClr val="FFFFFF"/>
                </a:solidFill>
              </a:defRPr>
            </a:lvl1pPr>
          </a:lstStyle>
          <a:p>
            <a:endParaRPr lang="en-US" dirty="0"/>
          </a:p>
        </p:txBody>
      </p:sp>
      <p:sp>
        <p:nvSpPr>
          <p:cNvPr id="9" name="Slide Number Placeholder 8">
            <a:extLst>
              <a:ext uri="{FF2B5EF4-FFF2-40B4-BE49-F238E27FC236}">
                <a16:creationId xmlns:a16="http://schemas.microsoft.com/office/drawing/2014/main" id="{C78AA439-BB0B-4BC6-A160-9D3AE0EBCD93}"/>
              </a:ext>
            </a:extLst>
          </p:cNvPr>
          <p:cNvSpPr>
            <a:spLocks noGrp="1"/>
          </p:cNvSpPr>
          <p:nvPr>
            <p:ph type="sldNum" sz="quarter" idx="19"/>
          </p:nvPr>
        </p:nvSpPr>
        <p:spPr/>
        <p:txBody>
          <a:bodyPr/>
          <a:lstStyle>
            <a:lvl1pPr>
              <a:defRPr>
                <a:solidFill>
                  <a:srgbClr val="FFFFFF"/>
                </a:solidFill>
              </a:defRPr>
            </a:lvl1pPr>
          </a:lstStyle>
          <a:p>
            <a:fld id="{19A725F3-83D0-4529-A15C-9D644B8C51E0}" type="slidenum">
              <a:rPr lang="en-US" smtClean="0"/>
              <a:pPr/>
              <a:t>‹#›</a:t>
            </a:fld>
            <a:endParaRPr lang="en-US"/>
          </a:p>
        </p:txBody>
      </p:sp>
    </p:spTree>
    <p:extLst>
      <p:ext uri="{BB962C8B-B14F-4D97-AF65-F5344CB8AC3E}">
        <p14:creationId xmlns:p14="http://schemas.microsoft.com/office/powerpoint/2010/main" val="482082271"/>
      </p:ext>
    </p:extLst>
  </p:cSld>
  <p:clrMapOvr>
    <a:overrideClrMapping bg1="dk1" tx1="lt1" bg2="dk2" tx2="lt2" accent1="accent1" accent2="accent2" accent3="accent3" accent4="accent4" accent5="accent5" accent6="accent6" hlink="hlink" folHlink="folHlink"/>
  </p:clrMapOvr>
  <p:hf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Half Background Left">
    <p:spTree>
      <p:nvGrpSpPr>
        <p:cNvPr id="1" name=""/>
        <p:cNvGrpSpPr/>
        <p:nvPr/>
      </p:nvGrpSpPr>
      <p:grpSpPr>
        <a:xfrm>
          <a:off x="0" y="0"/>
          <a:ext cx="0" cy="0"/>
          <a:chOff x="0" y="0"/>
          <a:chExt cx="0" cy="0"/>
        </a:xfrm>
      </p:grpSpPr>
      <p:sp>
        <p:nvSpPr>
          <p:cNvPr id="6" name="Picture Placeholder 5"/>
          <p:cNvSpPr>
            <a:spLocks noGrp="1"/>
          </p:cNvSpPr>
          <p:nvPr>
            <p:ph type="pic" sz="quarter" idx="13"/>
          </p:nvPr>
        </p:nvSpPr>
        <p:spPr>
          <a:xfrm>
            <a:off x="0" y="0"/>
            <a:ext cx="7010400" cy="8229600"/>
          </a:xfrm>
          <a:prstGeom prst="rect">
            <a:avLst/>
          </a:prstGeom>
          <a:solidFill>
            <a:schemeClr val="bg1">
              <a:lumMod val="95000"/>
            </a:schemeClr>
          </a:solidFill>
        </p:spPr>
        <p:txBody>
          <a:bodyPr/>
          <a:lstStyle>
            <a:lvl1pPr marL="0" indent="0">
              <a:buNone/>
              <a:defRPr>
                <a:noFill/>
              </a:defRPr>
            </a:lvl1pPr>
          </a:lstStyle>
          <a:p>
            <a:r>
              <a:rPr lang="en-US"/>
              <a:t>Click icon to add picture</a:t>
            </a:r>
            <a:endParaRPr lang="en-US" dirty="0"/>
          </a:p>
        </p:txBody>
      </p:sp>
      <p:sp>
        <p:nvSpPr>
          <p:cNvPr id="4" name="Title_half_left">
            <a:extLst>
              <a:ext uri="{FF2B5EF4-FFF2-40B4-BE49-F238E27FC236}">
                <a16:creationId xmlns:a16="http://schemas.microsoft.com/office/drawing/2014/main" id="{35197603-5189-4129-8F15-E1A3230F165B}"/>
              </a:ext>
            </a:extLst>
          </p:cNvPr>
          <p:cNvSpPr>
            <a:spLocks noGrp="1"/>
          </p:cNvSpPr>
          <p:nvPr>
            <p:ph type="title"/>
          </p:nvPr>
        </p:nvSpPr>
        <p:spPr>
          <a:xfrm>
            <a:off x="7706480" y="3398033"/>
            <a:ext cx="6294989" cy="1274195"/>
          </a:xfrm>
        </p:spPr>
        <p:txBody>
          <a:bodyPr/>
          <a:lstStyle/>
          <a:p>
            <a:r>
              <a:rPr lang="en-US"/>
              <a:t>Click to edit Master title style</a:t>
            </a:r>
            <a:endParaRPr lang="en-US" dirty="0"/>
          </a:p>
        </p:txBody>
      </p:sp>
    </p:spTree>
    <p:extLst>
      <p:ext uri="{BB962C8B-B14F-4D97-AF65-F5344CB8AC3E}">
        <p14:creationId xmlns:p14="http://schemas.microsoft.com/office/powerpoint/2010/main" val="1803359966"/>
      </p:ext>
    </p:extLst>
  </p:cSld>
  <p:clrMapOvr>
    <a:masterClrMapping/>
  </p:clrMapOvr>
  <p:hf hdr="0" ftr="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Half Background Right">
    <p:spTree>
      <p:nvGrpSpPr>
        <p:cNvPr id="1" name=""/>
        <p:cNvGrpSpPr/>
        <p:nvPr/>
      </p:nvGrpSpPr>
      <p:grpSpPr>
        <a:xfrm>
          <a:off x="0" y="0"/>
          <a:ext cx="0" cy="0"/>
          <a:chOff x="0" y="0"/>
          <a:chExt cx="0" cy="0"/>
        </a:xfrm>
      </p:grpSpPr>
      <p:sp>
        <p:nvSpPr>
          <p:cNvPr id="2" name="Title_half_left"/>
          <p:cNvSpPr>
            <a:spLocks noGrp="1"/>
          </p:cNvSpPr>
          <p:nvPr>
            <p:ph type="title"/>
          </p:nvPr>
        </p:nvSpPr>
        <p:spPr>
          <a:xfrm>
            <a:off x="644952" y="511710"/>
            <a:ext cx="6294989" cy="1274195"/>
          </a:xfrm>
        </p:spPr>
        <p:txBody>
          <a:bodyPr/>
          <a:lstStyle/>
          <a:p>
            <a:r>
              <a:rPr lang="en-US"/>
              <a:t>Click to edit Master title style</a:t>
            </a:r>
            <a:endParaRPr lang="en-US" dirty="0"/>
          </a:p>
        </p:txBody>
      </p:sp>
      <p:sp>
        <p:nvSpPr>
          <p:cNvPr id="6" name="Picture Placeholder 5"/>
          <p:cNvSpPr>
            <a:spLocks noGrp="1"/>
          </p:cNvSpPr>
          <p:nvPr>
            <p:ph type="pic" sz="quarter" idx="11"/>
          </p:nvPr>
        </p:nvSpPr>
        <p:spPr>
          <a:xfrm>
            <a:off x="7621469" y="0"/>
            <a:ext cx="7008931" cy="8229600"/>
          </a:xfrm>
          <a:prstGeom prst="rect">
            <a:avLst/>
          </a:prstGeom>
          <a:solidFill>
            <a:schemeClr val="bg1">
              <a:lumMod val="95000"/>
            </a:schemeClr>
          </a:solidFill>
        </p:spPr>
        <p:txBody>
          <a:bodyPr/>
          <a:lstStyle>
            <a:lvl1pPr marL="0" indent="0">
              <a:buNone/>
              <a:defRPr>
                <a:noFill/>
              </a:defRPr>
            </a:lvl1pPr>
          </a:lstStyle>
          <a:p>
            <a:r>
              <a:rPr lang="en-US"/>
              <a:t>Click icon to add picture</a:t>
            </a:r>
            <a:endParaRPr lang="en-US" dirty="0"/>
          </a:p>
        </p:txBody>
      </p:sp>
      <p:sp>
        <p:nvSpPr>
          <p:cNvPr id="8" name="Subtitle_half_left"/>
          <p:cNvSpPr>
            <a:spLocks noGrp="1"/>
          </p:cNvSpPr>
          <p:nvPr>
            <p:ph type="body" sz="quarter" idx="14" hasCustomPrompt="1"/>
          </p:nvPr>
        </p:nvSpPr>
        <p:spPr>
          <a:xfrm>
            <a:off x="643681" y="1228478"/>
            <a:ext cx="6310332" cy="610873"/>
          </a:xfrm>
          <a:prstGeom prst="rect">
            <a:avLst/>
          </a:prstGeom>
        </p:spPr>
        <p:txBody>
          <a:bodyPr wrap="square">
            <a:spAutoFit/>
          </a:bodyPr>
          <a:lstStyle>
            <a:lvl1pPr marL="0" indent="0">
              <a:buNone/>
              <a:defRPr sz="2880">
                <a:latin typeface="Work Sans Light" panose="00000400000000000000" pitchFamily="2" charset="0"/>
              </a:defRPr>
            </a:lvl1pPr>
          </a:lstStyle>
          <a:p>
            <a:pPr lvl="0"/>
            <a:r>
              <a:rPr lang="en-US" dirty="0"/>
              <a:t>Subtitle goes here</a:t>
            </a:r>
          </a:p>
        </p:txBody>
      </p:sp>
    </p:spTree>
    <p:extLst>
      <p:ext uri="{BB962C8B-B14F-4D97-AF65-F5344CB8AC3E}">
        <p14:creationId xmlns:p14="http://schemas.microsoft.com/office/powerpoint/2010/main" val="1615119473"/>
      </p:ext>
    </p:extLst>
  </p:cSld>
  <p:clrMapOvr>
    <a:masterClrMapping/>
  </p:clrMapOvr>
  <p:hf hdr="0" ftr="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Half background Bottom">
    <p:spTree>
      <p:nvGrpSpPr>
        <p:cNvPr id="1" name=""/>
        <p:cNvGrpSpPr/>
        <p:nvPr/>
      </p:nvGrpSpPr>
      <p:grpSpPr>
        <a:xfrm>
          <a:off x="0" y="0"/>
          <a:ext cx="0" cy="0"/>
          <a:chOff x="0" y="0"/>
          <a:chExt cx="0" cy="0"/>
        </a:xfrm>
      </p:grpSpPr>
      <p:sp>
        <p:nvSpPr>
          <p:cNvPr id="6" name="Picture Placeholder 5"/>
          <p:cNvSpPr>
            <a:spLocks noGrp="1"/>
          </p:cNvSpPr>
          <p:nvPr>
            <p:ph type="pic" sz="quarter" idx="13"/>
          </p:nvPr>
        </p:nvSpPr>
        <p:spPr>
          <a:xfrm>
            <a:off x="0" y="3590014"/>
            <a:ext cx="14630400" cy="4639586"/>
          </a:xfrm>
          <a:prstGeom prst="rect">
            <a:avLst/>
          </a:prstGeom>
          <a:solidFill>
            <a:schemeClr val="bg1">
              <a:lumMod val="95000"/>
            </a:schemeClr>
          </a:solidFill>
        </p:spPr>
        <p:txBody>
          <a:bodyPr/>
          <a:lstStyle>
            <a:lvl1pPr marL="0" indent="0">
              <a:buNone/>
              <a:defRPr>
                <a:noFill/>
              </a:defRPr>
            </a:lvl1pPr>
          </a:lstStyle>
          <a:p>
            <a:r>
              <a:rPr lang="en-US"/>
              <a:t>Click icon to add picture</a:t>
            </a:r>
            <a:endParaRPr lang="en-US" dirty="0"/>
          </a:p>
        </p:txBody>
      </p:sp>
      <p:pic>
        <p:nvPicPr>
          <p:cNvPr id="8" name="Picture 7">
            <a:extLst>
              <a:ext uri="{FF2B5EF4-FFF2-40B4-BE49-F238E27FC236}">
                <a16:creationId xmlns:a16="http://schemas.microsoft.com/office/drawing/2014/main" id="{4E988EB7-C821-4EEA-B8AF-13B106E73F09}"/>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2044903" y="523343"/>
            <a:ext cx="2072786" cy="596963"/>
          </a:xfrm>
          <a:prstGeom prst="rect">
            <a:avLst/>
          </a:prstGeom>
        </p:spPr>
      </p:pic>
      <p:sp>
        <p:nvSpPr>
          <p:cNvPr id="9" name="Text Placeholder 8">
            <a:extLst>
              <a:ext uri="{FF2B5EF4-FFF2-40B4-BE49-F238E27FC236}">
                <a16:creationId xmlns:a16="http://schemas.microsoft.com/office/drawing/2014/main" id="{5B896ED2-8998-45EC-B37F-E645AEBA4DDE}"/>
              </a:ext>
            </a:extLst>
          </p:cNvPr>
          <p:cNvSpPr>
            <a:spLocks noGrp="1"/>
          </p:cNvSpPr>
          <p:nvPr>
            <p:ph type="body" sz="quarter" idx="14"/>
          </p:nvPr>
        </p:nvSpPr>
        <p:spPr>
          <a:xfrm>
            <a:off x="643682" y="410083"/>
            <a:ext cx="10234880" cy="710222"/>
          </a:xfrm>
        </p:spPr>
        <p:txBody>
          <a:bodyPr>
            <a:noAutofit/>
          </a:bodyPr>
          <a:lstStyle>
            <a:lvl1pPr marL="0" indent="0" algn="l" defTabSz="1097280" rtl="0" eaLnBrk="1" latinLnBrk="0" hangingPunct="1">
              <a:lnSpc>
                <a:spcPct val="100000"/>
              </a:lnSpc>
              <a:spcBef>
                <a:spcPct val="0"/>
              </a:spcBef>
              <a:buNone/>
              <a:defRPr lang="en-US" sz="3840" kern="1200" spc="0" baseline="0" dirty="0" smtClean="0">
                <a:solidFill>
                  <a:schemeClr val="tx1"/>
                </a:solidFill>
                <a:latin typeface="+mj-lt"/>
                <a:ea typeface="+mj-ea"/>
                <a:cs typeface="+mj-cs"/>
              </a:defRPr>
            </a:lvl1pPr>
            <a:lvl2pPr marL="320040" indent="0" algn="l" defTabSz="1097280" rtl="0" eaLnBrk="1" latinLnBrk="0" hangingPunct="1">
              <a:lnSpc>
                <a:spcPct val="100000"/>
              </a:lnSpc>
              <a:spcBef>
                <a:spcPct val="0"/>
              </a:spcBef>
              <a:buNone/>
              <a:defRPr lang="en-US" sz="3840" kern="1200" spc="0" baseline="0" dirty="0" smtClean="0">
                <a:solidFill>
                  <a:schemeClr val="tx1"/>
                </a:solidFill>
                <a:latin typeface="+mj-lt"/>
                <a:ea typeface="+mj-ea"/>
                <a:cs typeface="+mj-cs"/>
              </a:defRPr>
            </a:lvl2pPr>
            <a:lvl3pPr marL="1097280" indent="0" algn="l" defTabSz="1097280" rtl="0" eaLnBrk="1" latinLnBrk="0" hangingPunct="1">
              <a:lnSpc>
                <a:spcPct val="100000"/>
              </a:lnSpc>
              <a:spcBef>
                <a:spcPct val="0"/>
              </a:spcBef>
              <a:buNone/>
              <a:defRPr lang="en-US" sz="3840" kern="1200" spc="0" baseline="0" dirty="0" smtClean="0">
                <a:solidFill>
                  <a:schemeClr val="tx1"/>
                </a:solidFill>
                <a:latin typeface="+mj-lt"/>
                <a:ea typeface="+mj-ea"/>
                <a:cs typeface="+mj-cs"/>
              </a:defRPr>
            </a:lvl3pPr>
            <a:lvl4pPr marL="1645920" indent="0" algn="l" defTabSz="1097280" rtl="0" eaLnBrk="1" latinLnBrk="0" hangingPunct="1">
              <a:lnSpc>
                <a:spcPct val="100000"/>
              </a:lnSpc>
              <a:spcBef>
                <a:spcPct val="0"/>
              </a:spcBef>
              <a:buNone/>
              <a:defRPr lang="en-US" sz="3840" kern="1200" spc="0" baseline="0" dirty="0" smtClean="0">
                <a:solidFill>
                  <a:schemeClr val="tx1"/>
                </a:solidFill>
                <a:latin typeface="+mj-lt"/>
                <a:ea typeface="+mj-ea"/>
                <a:cs typeface="+mj-cs"/>
              </a:defRPr>
            </a:lvl4pPr>
            <a:lvl5pPr marL="2194560" indent="0" algn="l" defTabSz="1097280" rtl="0" eaLnBrk="1" latinLnBrk="0" hangingPunct="1">
              <a:lnSpc>
                <a:spcPct val="100000"/>
              </a:lnSpc>
              <a:spcBef>
                <a:spcPct val="0"/>
              </a:spcBef>
              <a:buNone/>
              <a:defRPr lang="en-IN" sz="3840" kern="1200" spc="0" baseline="0" dirty="0">
                <a:solidFill>
                  <a:schemeClr val="tx1"/>
                </a:solidFill>
                <a:latin typeface="+mj-lt"/>
                <a:ea typeface="+mj-ea"/>
                <a:cs typeface="+mj-cs"/>
              </a:defRPr>
            </a:lvl5pPr>
          </a:lstStyle>
          <a:p>
            <a:pPr lvl="0"/>
            <a:r>
              <a:rPr lang="en-US"/>
              <a:t>Edit Master text styles</a:t>
            </a:r>
          </a:p>
        </p:txBody>
      </p:sp>
      <p:sp>
        <p:nvSpPr>
          <p:cNvPr id="7" name="Subtitle_half_left">
            <a:extLst>
              <a:ext uri="{FF2B5EF4-FFF2-40B4-BE49-F238E27FC236}">
                <a16:creationId xmlns:a16="http://schemas.microsoft.com/office/drawing/2014/main" id="{77E6C968-BC80-4BF5-89B5-09F0B60719D2}"/>
              </a:ext>
            </a:extLst>
          </p:cNvPr>
          <p:cNvSpPr>
            <a:spLocks noGrp="1"/>
          </p:cNvSpPr>
          <p:nvPr>
            <p:ph type="body" sz="quarter" idx="15" hasCustomPrompt="1"/>
          </p:nvPr>
        </p:nvSpPr>
        <p:spPr>
          <a:xfrm>
            <a:off x="643681" y="1228478"/>
            <a:ext cx="6310332" cy="610873"/>
          </a:xfrm>
          <a:prstGeom prst="rect">
            <a:avLst/>
          </a:prstGeom>
        </p:spPr>
        <p:txBody>
          <a:bodyPr wrap="square">
            <a:spAutoFit/>
          </a:bodyPr>
          <a:lstStyle>
            <a:lvl1pPr marL="0" indent="0">
              <a:buNone/>
              <a:defRPr sz="2880">
                <a:latin typeface="Work Sans Light" panose="00000400000000000000" pitchFamily="2" charset="0"/>
              </a:defRPr>
            </a:lvl1pPr>
          </a:lstStyle>
          <a:p>
            <a:pPr lvl="0"/>
            <a:r>
              <a:rPr lang="en-US" dirty="0"/>
              <a:t>Subtitle goes here</a:t>
            </a:r>
          </a:p>
        </p:txBody>
      </p:sp>
    </p:spTree>
    <p:extLst>
      <p:ext uri="{BB962C8B-B14F-4D97-AF65-F5344CB8AC3E}">
        <p14:creationId xmlns:p14="http://schemas.microsoft.com/office/powerpoint/2010/main" val="3718404848"/>
      </p:ext>
    </p:extLst>
  </p:cSld>
  <p:clrMapOvr>
    <a:masterClrMapping/>
  </p:clrMapOvr>
  <p:hf hdr="0" ft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Half Background Top">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19A725F3-83D0-4529-A15C-9D644B8C51E0}" type="slidenum">
              <a:rPr lang="en-US" smtClean="0"/>
              <a:pPr/>
              <a:t>‹#›</a:t>
            </a:fld>
            <a:endParaRPr lang="en-US"/>
          </a:p>
        </p:txBody>
      </p:sp>
      <p:sp>
        <p:nvSpPr>
          <p:cNvPr id="5" name="Picture Placeholder 5"/>
          <p:cNvSpPr>
            <a:spLocks noGrp="1"/>
          </p:cNvSpPr>
          <p:nvPr>
            <p:ph type="pic" sz="quarter" idx="12"/>
          </p:nvPr>
        </p:nvSpPr>
        <p:spPr>
          <a:xfrm>
            <a:off x="0" y="1"/>
            <a:ext cx="14630400" cy="5101590"/>
          </a:xfrm>
          <a:prstGeom prst="rect">
            <a:avLst/>
          </a:prstGeom>
          <a:solidFill>
            <a:schemeClr val="bg1">
              <a:lumMod val="95000"/>
            </a:schemeClr>
          </a:solidFill>
        </p:spPr>
        <p:txBody>
          <a:bodyPr/>
          <a:lstStyle>
            <a:lvl1pPr marL="0" indent="0">
              <a:buNone/>
              <a:defRPr>
                <a:noFill/>
              </a:defRPr>
            </a:lvl1pPr>
          </a:lstStyle>
          <a:p>
            <a:r>
              <a:rPr lang="en-US"/>
              <a:t>Click icon to add picture</a:t>
            </a:r>
            <a:endParaRPr lang="en-US" dirty="0"/>
          </a:p>
        </p:txBody>
      </p:sp>
      <p:sp>
        <p:nvSpPr>
          <p:cNvPr id="4" name="Footer Placeholder 3"/>
          <p:cNvSpPr>
            <a:spLocks noGrp="1"/>
          </p:cNvSpPr>
          <p:nvPr>
            <p:ph type="ftr" sz="quarter" idx="13"/>
          </p:nvPr>
        </p:nvSpPr>
        <p:spPr/>
        <p:txBody>
          <a:bodyPr/>
          <a:lstStyle/>
          <a:p>
            <a:endParaRPr lang="en-US" dirty="0"/>
          </a:p>
        </p:txBody>
      </p:sp>
      <p:sp>
        <p:nvSpPr>
          <p:cNvPr id="6" name="Title_white"/>
          <p:cNvSpPr>
            <a:spLocks noGrp="1"/>
          </p:cNvSpPr>
          <p:nvPr>
            <p:ph type="title"/>
          </p:nvPr>
        </p:nvSpPr>
        <p:spPr>
          <a:xfrm>
            <a:off x="644951" y="609120"/>
            <a:ext cx="13340500" cy="683264"/>
          </a:xfrm>
        </p:spPr>
        <p:txBody>
          <a:bodyPr/>
          <a:lstStyle>
            <a:lvl1pPr>
              <a:defRPr>
                <a:solidFill>
                  <a:srgbClr val="FFFFFF"/>
                </a:solidFill>
              </a:defRPr>
            </a:lvl1pPr>
          </a:lstStyle>
          <a:p>
            <a:r>
              <a:rPr lang="en-US"/>
              <a:t>Click to edit Master title style</a:t>
            </a:r>
            <a:endParaRPr lang="en-US" dirty="0"/>
          </a:p>
        </p:txBody>
      </p:sp>
      <p:sp>
        <p:nvSpPr>
          <p:cNvPr id="7" name="Subtitle_white"/>
          <p:cNvSpPr>
            <a:spLocks noGrp="1"/>
          </p:cNvSpPr>
          <p:nvPr>
            <p:ph type="body" sz="quarter" idx="14" hasCustomPrompt="1"/>
          </p:nvPr>
        </p:nvSpPr>
        <p:spPr>
          <a:xfrm>
            <a:off x="643681" y="1110241"/>
            <a:ext cx="13201650" cy="610873"/>
          </a:xfrm>
          <a:prstGeom prst="rect">
            <a:avLst/>
          </a:prstGeom>
        </p:spPr>
        <p:txBody>
          <a:bodyPr>
            <a:spAutoFit/>
          </a:bodyPr>
          <a:lstStyle>
            <a:lvl1pPr marL="0" indent="0">
              <a:buNone/>
              <a:defRPr sz="2880">
                <a:solidFill>
                  <a:srgbClr val="FFFFFF"/>
                </a:solidFill>
                <a:latin typeface="Work Sans Light" panose="00000400000000000000" pitchFamily="2" charset="0"/>
              </a:defRPr>
            </a:lvl1pPr>
          </a:lstStyle>
          <a:p>
            <a:pPr lvl="0"/>
            <a:r>
              <a:rPr lang="en-US" dirty="0"/>
              <a:t>Subtitle goes here</a:t>
            </a:r>
          </a:p>
        </p:txBody>
      </p:sp>
      <p:sp>
        <p:nvSpPr>
          <p:cNvPr id="2" name="Date Placeholder 1">
            <a:extLst>
              <a:ext uri="{FF2B5EF4-FFF2-40B4-BE49-F238E27FC236}">
                <a16:creationId xmlns:a16="http://schemas.microsoft.com/office/drawing/2014/main" id="{8EE8390B-E553-4AFB-9D02-3A91A917F16B}"/>
              </a:ext>
            </a:extLst>
          </p:cNvPr>
          <p:cNvSpPr>
            <a:spLocks noGrp="1"/>
          </p:cNvSpPr>
          <p:nvPr>
            <p:ph type="dt" sz="half" idx="15"/>
          </p:nvPr>
        </p:nvSpPr>
        <p:spPr/>
        <p:txBody>
          <a:bodyPr/>
          <a:lstStyle/>
          <a:p>
            <a:fld id="{5CED9324-B2E2-4A85-9931-40B505EF33D5}" type="datetime1">
              <a:rPr lang="en-US" smtClean="0"/>
              <a:t>1/7/2020</a:t>
            </a:fld>
            <a:endParaRPr lang="en-US"/>
          </a:p>
        </p:txBody>
      </p:sp>
    </p:spTree>
    <p:extLst>
      <p:ext uri="{BB962C8B-B14F-4D97-AF65-F5344CB8AC3E}">
        <p14:creationId xmlns:p14="http://schemas.microsoft.com/office/powerpoint/2010/main" val="2414252384"/>
      </p:ext>
    </p:extLst>
  </p:cSld>
  <p:clrMapOvr>
    <a:masterClrMapping/>
  </p:clrMapOvr>
  <p:hf hdr="0" ft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bottom with video">
    <p:spTree>
      <p:nvGrpSpPr>
        <p:cNvPr id="1" name=""/>
        <p:cNvGrpSpPr/>
        <p:nvPr/>
      </p:nvGrpSpPr>
      <p:grpSpPr>
        <a:xfrm>
          <a:off x="0" y="0"/>
          <a:ext cx="0" cy="0"/>
          <a:chOff x="0" y="0"/>
          <a:chExt cx="0" cy="0"/>
        </a:xfrm>
      </p:grpSpPr>
      <p:sp>
        <p:nvSpPr>
          <p:cNvPr id="2" name="Title_bottom"/>
          <p:cNvSpPr>
            <a:spLocks noGrp="1"/>
          </p:cNvSpPr>
          <p:nvPr>
            <p:ph type="title"/>
          </p:nvPr>
        </p:nvSpPr>
        <p:spPr>
          <a:xfrm>
            <a:off x="536746" y="5642579"/>
            <a:ext cx="4266684" cy="1274195"/>
          </a:xfrm>
        </p:spPr>
        <p:txBody>
          <a:bodyPr/>
          <a:lstStyle>
            <a:lvl1pPr algn="r">
              <a:lnSpc>
                <a:spcPct val="100000"/>
              </a:lnSpc>
              <a:defRPr/>
            </a:lvl1p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19A725F3-83D0-4529-A15C-9D644B8C51E0}" type="slidenum">
              <a:rPr lang="en-US" smtClean="0"/>
              <a:pPr/>
              <a:t>‹#›</a:t>
            </a:fld>
            <a:endParaRPr lang="en-US"/>
          </a:p>
        </p:txBody>
      </p:sp>
      <p:sp>
        <p:nvSpPr>
          <p:cNvPr id="6" name="Media Placeholder 5"/>
          <p:cNvSpPr>
            <a:spLocks noGrp="1"/>
          </p:cNvSpPr>
          <p:nvPr>
            <p:ph type="media" sz="quarter" idx="12"/>
          </p:nvPr>
        </p:nvSpPr>
        <p:spPr>
          <a:xfrm>
            <a:off x="0" y="1"/>
            <a:ext cx="14630400" cy="5101590"/>
          </a:xfrm>
          <a:prstGeom prst="rect">
            <a:avLst/>
          </a:prstGeom>
          <a:solidFill>
            <a:schemeClr val="bg1">
              <a:lumMod val="95000"/>
            </a:schemeClr>
          </a:solidFill>
        </p:spPr>
        <p:txBody>
          <a:bodyPr/>
          <a:lstStyle>
            <a:lvl1pPr marL="0" indent="0">
              <a:buNone/>
              <a:defRPr>
                <a:noFill/>
              </a:defRPr>
            </a:lvl1pPr>
          </a:lstStyle>
          <a:p>
            <a:r>
              <a:rPr lang="en-US"/>
              <a:t>Click icon to add media</a:t>
            </a:r>
            <a:endParaRPr lang="en-US" dirty="0"/>
          </a:p>
        </p:txBody>
      </p:sp>
      <p:sp>
        <p:nvSpPr>
          <p:cNvPr id="4" name="Footer Placeholder 3"/>
          <p:cNvSpPr>
            <a:spLocks noGrp="1"/>
          </p:cNvSpPr>
          <p:nvPr>
            <p:ph type="ftr" sz="quarter" idx="13"/>
          </p:nvPr>
        </p:nvSpPr>
        <p:spPr/>
        <p:txBody>
          <a:bodyPr/>
          <a:lstStyle/>
          <a:p>
            <a:endParaRPr lang="en-US" dirty="0"/>
          </a:p>
        </p:txBody>
      </p:sp>
      <p:sp>
        <p:nvSpPr>
          <p:cNvPr id="5" name="Date Placeholder 4">
            <a:extLst>
              <a:ext uri="{FF2B5EF4-FFF2-40B4-BE49-F238E27FC236}">
                <a16:creationId xmlns:a16="http://schemas.microsoft.com/office/drawing/2014/main" id="{86B36426-6EC5-4026-9861-2E3B511F9B35}"/>
              </a:ext>
            </a:extLst>
          </p:cNvPr>
          <p:cNvSpPr>
            <a:spLocks noGrp="1"/>
          </p:cNvSpPr>
          <p:nvPr>
            <p:ph type="dt" sz="half" idx="14"/>
          </p:nvPr>
        </p:nvSpPr>
        <p:spPr/>
        <p:txBody>
          <a:bodyPr/>
          <a:lstStyle/>
          <a:p>
            <a:fld id="{5CED9324-B2E2-4A85-9931-40B505EF33D5}" type="datetime1">
              <a:rPr lang="en-US" smtClean="0"/>
              <a:t>1/7/2020</a:t>
            </a:fld>
            <a:endParaRPr lang="en-US"/>
          </a:p>
        </p:txBody>
      </p:sp>
    </p:spTree>
    <p:extLst>
      <p:ext uri="{BB962C8B-B14F-4D97-AF65-F5344CB8AC3E}">
        <p14:creationId xmlns:p14="http://schemas.microsoft.com/office/powerpoint/2010/main" val="786154003"/>
      </p:ext>
    </p:extLst>
  </p:cSld>
  <p:clrMapOvr>
    <a:masterClrMapping/>
  </p:clrMapOvr>
  <p:hf hdr="0" ftr="0"/>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opening slide_b">
    <p:spTree>
      <p:nvGrpSpPr>
        <p:cNvPr id="1" name=""/>
        <p:cNvGrpSpPr/>
        <p:nvPr/>
      </p:nvGrpSpPr>
      <p:grpSpPr>
        <a:xfrm>
          <a:off x="0" y="0"/>
          <a:ext cx="0" cy="0"/>
          <a:chOff x="0" y="0"/>
          <a:chExt cx="0" cy="0"/>
        </a:xfrm>
      </p:grpSpPr>
      <p:sp>
        <p:nvSpPr>
          <p:cNvPr id="9" name="Rectangle 8"/>
          <p:cNvSpPr/>
          <p:nvPr userDrawn="1"/>
        </p:nvSpPr>
        <p:spPr>
          <a:xfrm>
            <a:off x="0" y="7680960"/>
            <a:ext cx="14630400" cy="548640"/>
          </a:xfrm>
          <a:prstGeom prst="rect">
            <a:avLst/>
          </a:prstGeom>
          <a:solidFill>
            <a:srgbClr val="D7DF23"/>
          </a:solidFill>
          <a:ln>
            <a:noFill/>
          </a:ln>
        </p:spPr>
        <p:style>
          <a:lnRef idx="2">
            <a:schemeClr val="accent1">
              <a:shade val="50000"/>
            </a:schemeClr>
          </a:lnRef>
          <a:fillRef idx="1">
            <a:schemeClr val="accent1"/>
          </a:fillRef>
          <a:effectRef idx="0">
            <a:schemeClr val="accent1"/>
          </a:effectRef>
          <a:fontRef idx="minor">
            <a:schemeClr val="lt1"/>
          </a:fontRef>
        </p:style>
        <p:txBody>
          <a:bodyPr lIns="130622" tIns="65311" rIns="130622" bIns="65311" rtlCol="0" anchor="ctr"/>
          <a:lstStyle/>
          <a:p>
            <a:pPr algn="ctr"/>
            <a:endParaRPr lang="en-US"/>
          </a:p>
        </p:txBody>
      </p:sp>
      <p:sp>
        <p:nvSpPr>
          <p:cNvPr id="8" name="Rectangle 7"/>
          <p:cNvSpPr/>
          <p:nvPr userDrawn="1"/>
        </p:nvSpPr>
        <p:spPr>
          <a:xfrm>
            <a:off x="0" y="0"/>
            <a:ext cx="14630400" cy="7680960"/>
          </a:xfrm>
          <a:prstGeom prst="rect">
            <a:avLst/>
          </a:prstGeom>
          <a:solidFill>
            <a:srgbClr val="0089CF"/>
          </a:solidFill>
          <a:ln>
            <a:noFill/>
          </a:ln>
        </p:spPr>
        <p:style>
          <a:lnRef idx="2">
            <a:schemeClr val="accent1">
              <a:shade val="50000"/>
            </a:schemeClr>
          </a:lnRef>
          <a:fillRef idx="1">
            <a:schemeClr val="accent1"/>
          </a:fillRef>
          <a:effectRef idx="0">
            <a:schemeClr val="accent1"/>
          </a:effectRef>
          <a:fontRef idx="minor">
            <a:schemeClr val="lt1"/>
          </a:fontRef>
        </p:style>
        <p:txBody>
          <a:bodyPr lIns="130622" tIns="65311" rIns="130622" bIns="65311" rtlCol="0" anchor="ctr"/>
          <a:lstStyle/>
          <a:p>
            <a:pPr algn="ctr"/>
            <a:endParaRPr lang="en-US"/>
          </a:p>
        </p:txBody>
      </p:sp>
      <p:sp>
        <p:nvSpPr>
          <p:cNvPr id="4" name="Date Placeholder 3"/>
          <p:cNvSpPr>
            <a:spLocks noGrp="1"/>
          </p:cNvSpPr>
          <p:nvPr>
            <p:ph type="dt" sz="half" idx="10"/>
          </p:nvPr>
        </p:nvSpPr>
        <p:spPr>
          <a:xfrm>
            <a:off x="6705600" y="6949441"/>
            <a:ext cx="1219200" cy="293370"/>
          </a:xfrm>
        </p:spPr>
        <p:txBody>
          <a:bodyPr lIns="0" tIns="0" rIns="0" bIns="0" anchor="ctr" anchorCtr="0"/>
          <a:lstStyle>
            <a:lvl1pPr algn="ctr">
              <a:defRPr>
                <a:solidFill>
                  <a:schemeClr val="bg1"/>
                </a:solidFill>
              </a:defRPr>
            </a:lvl1pPr>
          </a:lstStyle>
          <a:p>
            <a:fld id="{2374720B-AF9F-4F56-934E-5840346054FE}" type="datetime1">
              <a:rPr lang="en-US" smtClean="0"/>
              <a:t>1/7/2020</a:t>
            </a:fld>
            <a:endParaRPr lang="en-US" dirty="0"/>
          </a:p>
        </p:txBody>
      </p:sp>
      <p:sp>
        <p:nvSpPr>
          <p:cNvPr id="15" name="Text Placeholder 14"/>
          <p:cNvSpPr>
            <a:spLocks noGrp="1"/>
          </p:cNvSpPr>
          <p:nvPr>
            <p:ph type="body" sz="quarter" idx="13" hasCustomPrompt="1"/>
          </p:nvPr>
        </p:nvSpPr>
        <p:spPr>
          <a:xfrm>
            <a:off x="2560320" y="4389120"/>
            <a:ext cx="9509760" cy="1097280"/>
          </a:xfrm>
        </p:spPr>
        <p:txBody>
          <a:bodyPr lIns="0" tIns="0" rIns="0" bIns="0" anchor="ctr" anchorCtr="0">
            <a:normAutofit/>
          </a:bodyPr>
          <a:lstStyle>
            <a:lvl1pPr algn="ctr">
              <a:buNone/>
              <a:defRPr sz="3400">
                <a:solidFill>
                  <a:schemeClr val="bg1"/>
                </a:solidFill>
              </a:defRPr>
            </a:lvl1pPr>
            <a:lvl2pPr algn="ctr">
              <a:buNone/>
              <a:defRPr/>
            </a:lvl2pPr>
            <a:lvl3pPr algn="ctr">
              <a:buNone/>
              <a:defRPr/>
            </a:lvl3pPr>
            <a:lvl4pPr algn="ctr">
              <a:buNone/>
              <a:defRPr/>
            </a:lvl4pPr>
            <a:lvl5pPr algn="ctr">
              <a:buNone/>
              <a:defRPr/>
            </a:lvl5pPr>
          </a:lstStyle>
          <a:p>
            <a:pPr lvl="0"/>
            <a:r>
              <a:rPr lang="en-US" dirty="0"/>
              <a:t>Click to enter title of the presentation</a:t>
            </a:r>
          </a:p>
        </p:txBody>
      </p:sp>
      <p:pic>
        <p:nvPicPr>
          <p:cNvPr id="10" name="Picture 9" descr="KPIT logo-(RGB).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409772" y="353734"/>
            <a:ext cx="5989384" cy="2743200"/>
          </a:xfrm>
          <a:prstGeom prst="rect">
            <a:avLst/>
          </a:prstGeom>
        </p:spPr>
      </p:pic>
    </p:spTree>
    <p:extLst>
      <p:ext uri="{BB962C8B-B14F-4D97-AF65-F5344CB8AC3E}">
        <p14:creationId xmlns:p14="http://schemas.microsoft.com/office/powerpoint/2010/main" val="36862700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title subtitle and content">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365760" y="332844"/>
            <a:ext cx="13258800" cy="731520"/>
          </a:xfrm>
        </p:spPr>
        <p:txBody>
          <a:bodyPr lIns="0" tIns="0" rIns="0" bIns="0" anchor="t" anchorCtr="0">
            <a:noAutofit/>
          </a:bodyPr>
          <a:lstStyle>
            <a:lvl1pPr marL="0" indent="0">
              <a:spcBef>
                <a:spcPts val="0"/>
              </a:spcBef>
              <a:buNone/>
              <a:defRPr sz="3300">
                <a:solidFill>
                  <a:schemeClr val="tx2"/>
                </a:solidFill>
              </a:defRPr>
            </a:lvl1pPr>
            <a:lvl2pPr marL="653110" indent="0">
              <a:buNone/>
              <a:defRPr sz="2600">
                <a:solidFill>
                  <a:schemeClr val="tx1">
                    <a:tint val="75000"/>
                  </a:schemeClr>
                </a:solidFill>
              </a:defRPr>
            </a:lvl2pPr>
            <a:lvl3pPr marL="1306220" indent="0">
              <a:buNone/>
              <a:defRPr sz="2300">
                <a:solidFill>
                  <a:schemeClr val="tx1">
                    <a:tint val="75000"/>
                  </a:schemeClr>
                </a:solidFill>
              </a:defRPr>
            </a:lvl3pPr>
            <a:lvl4pPr marL="1959331" indent="0">
              <a:buNone/>
              <a:defRPr sz="2000">
                <a:solidFill>
                  <a:schemeClr val="tx1">
                    <a:tint val="75000"/>
                  </a:schemeClr>
                </a:solidFill>
              </a:defRPr>
            </a:lvl4pPr>
            <a:lvl5pPr marL="2612441" indent="0">
              <a:buNone/>
              <a:defRPr sz="2000">
                <a:solidFill>
                  <a:schemeClr val="tx1">
                    <a:tint val="75000"/>
                  </a:schemeClr>
                </a:solidFill>
              </a:defRPr>
            </a:lvl5pPr>
            <a:lvl6pPr marL="3265551" indent="0">
              <a:buNone/>
              <a:defRPr sz="2000">
                <a:solidFill>
                  <a:schemeClr val="tx1">
                    <a:tint val="75000"/>
                  </a:schemeClr>
                </a:solidFill>
              </a:defRPr>
            </a:lvl6pPr>
            <a:lvl7pPr marL="3918661" indent="0">
              <a:buNone/>
              <a:defRPr sz="2000">
                <a:solidFill>
                  <a:schemeClr val="tx1">
                    <a:tint val="75000"/>
                  </a:schemeClr>
                </a:solidFill>
              </a:defRPr>
            </a:lvl7pPr>
            <a:lvl8pPr marL="4571771" indent="0">
              <a:buNone/>
              <a:defRPr sz="2000">
                <a:solidFill>
                  <a:schemeClr val="tx1">
                    <a:tint val="75000"/>
                  </a:schemeClr>
                </a:solidFill>
              </a:defRPr>
            </a:lvl8pPr>
            <a:lvl9pPr marL="5224882" indent="0">
              <a:buNone/>
              <a:defRPr sz="2000">
                <a:solidFill>
                  <a:schemeClr val="tx1">
                    <a:tint val="75000"/>
                  </a:schemeClr>
                </a:solidFill>
              </a:defRPr>
            </a:lvl9pPr>
          </a:lstStyle>
          <a:p>
            <a:pPr lvl="0"/>
            <a:r>
              <a:rPr lang="en-US" dirty="0"/>
              <a:t>Click to edit the title</a:t>
            </a:r>
          </a:p>
        </p:txBody>
      </p:sp>
      <p:sp>
        <p:nvSpPr>
          <p:cNvPr id="21" name="Rectangle 20"/>
          <p:cNvSpPr/>
          <p:nvPr userDrawn="1"/>
        </p:nvSpPr>
        <p:spPr>
          <a:xfrm>
            <a:off x="13990320" y="365760"/>
            <a:ext cx="640080" cy="457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 Placeholder 14"/>
          <p:cNvSpPr>
            <a:spLocks noGrp="1"/>
          </p:cNvSpPr>
          <p:nvPr>
            <p:ph type="body" sz="quarter" idx="14" hasCustomPrompt="1"/>
          </p:nvPr>
        </p:nvSpPr>
        <p:spPr>
          <a:xfrm>
            <a:off x="365125" y="851979"/>
            <a:ext cx="13266738" cy="660400"/>
          </a:xfrm>
        </p:spPr>
        <p:txBody>
          <a:bodyPr lIns="0" tIns="0" rIns="0" bIns="0"/>
          <a:lstStyle>
            <a:lvl1pPr marL="0" indent="0">
              <a:spcBef>
                <a:spcPts val="0"/>
              </a:spcBef>
              <a:buNone/>
              <a:defRPr>
                <a:solidFill>
                  <a:schemeClr val="tx1"/>
                </a:solidFill>
              </a:defRPr>
            </a:lvl1pPr>
            <a:lvl2pPr marL="0" indent="0">
              <a:spcBef>
                <a:spcPts val="0"/>
              </a:spcBef>
              <a:buNone/>
              <a:defRPr>
                <a:solidFill>
                  <a:schemeClr val="tx1"/>
                </a:solidFill>
              </a:defRPr>
            </a:lvl2pPr>
            <a:lvl3pPr marL="0" indent="0">
              <a:spcBef>
                <a:spcPts val="0"/>
              </a:spcBef>
              <a:buNone/>
              <a:defRPr>
                <a:solidFill>
                  <a:schemeClr val="tx1"/>
                </a:solidFill>
              </a:defRPr>
            </a:lvl3pPr>
            <a:lvl4pPr marL="0" indent="0">
              <a:spcBef>
                <a:spcPts val="0"/>
              </a:spcBef>
              <a:buNone/>
              <a:defRPr>
                <a:solidFill>
                  <a:schemeClr val="tx1"/>
                </a:solidFill>
              </a:defRPr>
            </a:lvl4pPr>
            <a:lvl5pPr marL="0" indent="0">
              <a:spcBef>
                <a:spcPts val="0"/>
              </a:spcBef>
              <a:buNone/>
              <a:defRPr>
                <a:solidFill>
                  <a:schemeClr val="tx1"/>
                </a:solidFill>
              </a:defRPr>
            </a:lvl5pPr>
          </a:lstStyle>
          <a:p>
            <a:pPr lvl="0"/>
            <a:r>
              <a:rPr lang="en-US" dirty="0"/>
              <a:t>Click to add subtitle</a:t>
            </a:r>
          </a:p>
        </p:txBody>
      </p:sp>
      <p:sp>
        <p:nvSpPr>
          <p:cNvPr id="14" name="Content Placeholder 13"/>
          <p:cNvSpPr>
            <a:spLocks noGrp="1"/>
          </p:cNvSpPr>
          <p:nvPr>
            <p:ph sz="quarter" idx="15"/>
          </p:nvPr>
        </p:nvSpPr>
        <p:spPr>
          <a:xfrm>
            <a:off x="333346" y="1857340"/>
            <a:ext cx="13382281" cy="56201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Rectangle 21"/>
          <p:cNvSpPr/>
          <p:nvPr userDrawn="1"/>
        </p:nvSpPr>
        <p:spPr>
          <a:xfrm>
            <a:off x="0" y="7680960"/>
            <a:ext cx="14630400" cy="5486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30622" tIns="65311" rIns="130622" bIns="65311" rtlCol="0" anchor="ctr"/>
          <a:lstStyle/>
          <a:p>
            <a:pPr algn="ctr"/>
            <a:endParaRPr lang="en-US"/>
          </a:p>
        </p:txBody>
      </p:sp>
      <p:sp>
        <p:nvSpPr>
          <p:cNvPr id="23" name="Date Placeholder 3"/>
          <p:cNvSpPr>
            <a:spLocks noGrp="1"/>
          </p:cNvSpPr>
          <p:nvPr>
            <p:ph type="dt" sz="half" idx="10"/>
          </p:nvPr>
        </p:nvSpPr>
        <p:spPr>
          <a:xfrm>
            <a:off x="914400" y="7818120"/>
            <a:ext cx="731520" cy="274320"/>
          </a:xfrm>
        </p:spPr>
        <p:txBody>
          <a:bodyPr/>
          <a:lstStyle>
            <a:lvl1pPr>
              <a:defRPr sz="1000">
                <a:solidFill>
                  <a:schemeClr val="bg1"/>
                </a:solidFill>
              </a:defRPr>
            </a:lvl1pPr>
          </a:lstStyle>
          <a:p>
            <a:fld id="{E7E95831-1F83-4892-9C04-F1543D6BEEBD}" type="datetime1">
              <a:rPr lang="en-US" smtClean="0"/>
              <a:t>1/7/2020</a:t>
            </a:fld>
            <a:endParaRPr lang="en-US" dirty="0"/>
          </a:p>
        </p:txBody>
      </p:sp>
      <p:sp>
        <p:nvSpPr>
          <p:cNvPr id="24" name="Footer Placeholder 4"/>
          <p:cNvSpPr>
            <a:spLocks noGrp="1"/>
          </p:cNvSpPr>
          <p:nvPr>
            <p:ph type="ftr" sz="quarter" idx="11"/>
          </p:nvPr>
        </p:nvSpPr>
        <p:spPr>
          <a:xfrm>
            <a:off x="3749040" y="7818120"/>
            <a:ext cx="9418320" cy="274320"/>
          </a:xfrm>
        </p:spPr>
        <p:txBody>
          <a:bodyPr/>
          <a:lstStyle>
            <a:lvl1pPr>
              <a:defRPr sz="1000">
                <a:solidFill>
                  <a:schemeClr val="bg1"/>
                </a:solidFill>
              </a:defRPr>
            </a:lvl1pPr>
          </a:lstStyle>
          <a:p>
            <a:endParaRPr lang="en-US" dirty="0"/>
          </a:p>
        </p:txBody>
      </p:sp>
      <p:sp>
        <p:nvSpPr>
          <p:cNvPr id="25" name="Slide Number Placeholder 5"/>
          <p:cNvSpPr>
            <a:spLocks noGrp="1"/>
          </p:cNvSpPr>
          <p:nvPr>
            <p:ph type="sldNum" sz="quarter" idx="12"/>
          </p:nvPr>
        </p:nvSpPr>
        <p:spPr>
          <a:xfrm>
            <a:off x="365760" y="7818120"/>
            <a:ext cx="365760" cy="274320"/>
          </a:xfrm>
        </p:spPr>
        <p:txBody>
          <a:bodyPr/>
          <a:lstStyle>
            <a:lvl1pPr>
              <a:defRPr sz="1000">
                <a:solidFill>
                  <a:schemeClr val="bg1"/>
                </a:solidFill>
              </a:defRPr>
            </a:lvl1pPr>
          </a:lstStyle>
          <a:p>
            <a:fld id="{19A725F3-83D0-4529-A15C-9D644B8C51E0}" type="slidenum">
              <a:rPr lang="en-US" smtClean="0"/>
              <a:pPr/>
              <a:t>‹#›</a:t>
            </a:fld>
            <a:endParaRPr lang="en-US"/>
          </a:p>
        </p:txBody>
      </p:sp>
      <p:cxnSp>
        <p:nvCxnSpPr>
          <p:cNvPr id="26" name="Straight Connector 25"/>
          <p:cNvCxnSpPr/>
          <p:nvPr userDrawn="1"/>
        </p:nvCxnSpPr>
        <p:spPr>
          <a:xfrm rot="5400000">
            <a:off x="623570" y="7954010"/>
            <a:ext cx="274320" cy="25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userDrawn="1"/>
        </p:nvCxnSpPr>
        <p:spPr>
          <a:xfrm rot="5400000">
            <a:off x="1551940" y="7954010"/>
            <a:ext cx="274320" cy="25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userDrawn="1"/>
        </p:nvCxnSpPr>
        <p:spPr>
          <a:xfrm rot="5400000">
            <a:off x="3439160" y="7954010"/>
            <a:ext cx="274320" cy="25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9" name="Footer Placeholder 4"/>
          <p:cNvSpPr txBox="1">
            <a:spLocks/>
          </p:cNvSpPr>
          <p:nvPr userDrawn="1"/>
        </p:nvSpPr>
        <p:spPr>
          <a:xfrm>
            <a:off x="1816100" y="7818120"/>
            <a:ext cx="1657350" cy="274320"/>
          </a:xfrm>
          <a:prstGeom prst="rect">
            <a:avLst/>
          </a:prstGeom>
        </p:spPr>
        <p:txBody>
          <a:bodyPr vert="horz" lIns="0" tIns="0" rIns="0" bIns="0" rtlCol="0" anchor="ctr"/>
          <a:lstStyle>
            <a:lvl1pPr>
              <a:defRPr sz="8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solidFill>
                <a:effectLst/>
                <a:uLnTx/>
                <a:uFillTx/>
                <a:latin typeface="Segoe UI" pitchFamily="34" charset="0"/>
                <a:ea typeface="+mn-ea"/>
                <a:cs typeface="Segoe UI" pitchFamily="34" charset="0"/>
              </a:rPr>
              <a:t>© KPIT Technologies Limited</a:t>
            </a:r>
          </a:p>
        </p:txBody>
      </p:sp>
      <p:sp>
        <p:nvSpPr>
          <p:cNvPr id="30" name="Rectangle 29"/>
          <p:cNvSpPr/>
          <p:nvPr userDrawn="1"/>
        </p:nvSpPr>
        <p:spPr>
          <a:xfrm>
            <a:off x="0" y="7607030"/>
            <a:ext cx="14630400" cy="7392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30622" tIns="65311" rIns="130622" bIns="65311" rtlCol="0" anchor="ctr"/>
          <a:lstStyle/>
          <a:p>
            <a:pPr algn="ctr"/>
            <a:endParaRPr lang="en-US"/>
          </a:p>
        </p:txBody>
      </p:sp>
      <p:pic>
        <p:nvPicPr>
          <p:cNvPr id="31" name="Picture 30" descr="KPIT logo-(RGB).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365782" y="7643997"/>
            <a:ext cx="1278588" cy="585606"/>
          </a:xfrm>
          <a:prstGeom prst="rect">
            <a:avLst/>
          </a:prstGeom>
        </p:spPr>
      </p:pic>
    </p:spTree>
    <p:extLst>
      <p:ext uri="{BB962C8B-B14F-4D97-AF65-F5344CB8AC3E}">
        <p14:creationId xmlns:p14="http://schemas.microsoft.com/office/powerpoint/2010/main" val="224223403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picture or map">
    <p:spTree>
      <p:nvGrpSpPr>
        <p:cNvPr id="1" name=""/>
        <p:cNvGrpSpPr/>
        <p:nvPr/>
      </p:nvGrpSpPr>
      <p:grpSpPr>
        <a:xfrm>
          <a:off x="0" y="0"/>
          <a:ext cx="0" cy="0"/>
          <a:chOff x="0" y="0"/>
          <a:chExt cx="0" cy="0"/>
        </a:xfrm>
      </p:grpSpPr>
      <p:sp>
        <p:nvSpPr>
          <p:cNvPr id="10" name="Picture Placeholder 9"/>
          <p:cNvSpPr>
            <a:spLocks noGrp="1"/>
          </p:cNvSpPr>
          <p:nvPr>
            <p:ph type="pic" sz="quarter" idx="13" hasCustomPrompt="1"/>
          </p:nvPr>
        </p:nvSpPr>
        <p:spPr>
          <a:xfrm>
            <a:off x="548640" y="1108710"/>
            <a:ext cx="13431520" cy="6286500"/>
          </a:xfrm>
        </p:spPr>
        <p:txBody>
          <a:bodyPr>
            <a:normAutofit/>
          </a:bodyPr>
          <a:lstStyle>
            <a:lvl1pPr>
              <a:buNone/>
              <a:defRPr sz="2600"/>
            </a:lvl1pPr>
          </a:lstStyle>
          <a:p>
            <a:r>
              <a:rPr lang="en-US" dirty="0"/>
              <a:t>Click to place map / picture</a:t>
            </a:r>
          </a:p>
        </p:txBody>
      </p:sp>
      <p:sp>
        <p:nvSpPr>
          <p:cNvPr id="25" name="Rectangle 24"/>
          <p:cNvSpPr/>
          <p:nvPr userDrawn="1"/>
        </p:nvSpPr>
        <p:spPr>
          <a:xfrm>
            <a:off x="13990320" y="365760"/>
            <a:ext cx="640080" cy="457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userDrawn="1"/>
        </p:nvSpPr>
        <p:spPr>
          <a:xfrm>
            <a:off x="0" y="7680960"/>
            <a:ext cx="14630400" cy="5486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30622" tIns="65311" rIns="130622" bIns="65311" rtlCol="0" anchor="ctr"/>
          <a:lstStyle/>
          <a:p>
            <a:pPr algn="ctr"/>
            <a:endParaRPr lang="en-US"/>
          </a:p>
        </p:txBody>
      </p:sp>
      <p:sp>
        <p:nvSpPr>
          <p:cNvPr id="14" name="Date Placeholder 3"/>
          <p:cNvSpPr>
            <a:spLocks noGrp="1"/>
          </p:cNvSpPr>
          <p:nvPr>
            <p:ph type="dt" sz="half" idx="10"/>
          </p:nvPr>
        </p:nvSpPr>
        <p:spPr>
          <a:xfrm>
            <a:off x="914400" y="7818120"/>
            <a:ext cx="731520" cy="274320"/>
          </a:xfrm>
        </p:spPr>
        <p:txBody>
          <a:bodyPr/>
          <a:lstStyle>
            <a:lvl1pPr>
              <a:defRPr sz="1000">
                <a:solidFill>
                  <a:schemeClr val="bg1"/>
                </a:solidFill>
              </a:defRPr>
            </a:lvl1pPr>
          </a:lstStyle>
          <a:p>
            <a:fld id="{28F50615-96A6-4685-879A-B4113636133A}" type="datetime1">
              <a:rPr lang="en-US" smtClean="0"/>
              <a:t>1/7/2020</a:t>
            </a:fld>
            <a:endParaRPr lang="en-US" dirty="0"/>
          </a:p>
        </p:txBody>
      </p:sp>
      <p:sp>
        <p:nvSpPr>
          <p:cNvPr id="15" name="Footer Placeholder 4"/>
          <p:cNvSpPr>
            <a:spLocks noGrp="1"/>
          </p:cNvSpPr>
          <p:nvPr>
            <p:ph type="ftr" sz="quarter" idx="11"/>
          </p:nvPr>
        </p:nvSpPr>
        <p:spPr>
          <a:xfrm>
            <a:off x="3749040" y="7818120"/>
            <a:ext cx="9418320" cy="274320"/>
          </a:xfrm>
        </p:spPr>
        <p:txBody>
          <a:bodyPr/>
          <a:lstStyle>
            <a:lvl1pPr>
              <a:defRPr sz="1000">
                <a:solidFill>
                  <a:schemeClr val="bg1"/>
                </a:solidFill>
              </a:defRPr>
            </a:lvl1pPr>
          </a:lstStyle>
          <a:p>
            <a:endParaRPr lang="en-US" dirty="0"/>
          </a:p>
        </p:txBody>
      </p:sp>
      <p:sp>
        <p:nvSpPr>
          <p:cNvPr id="16" name="Slide Number Placeholder 5"/>
          <p:cNvSpPr>
            <a:spLocks noGrp="1"/>
          </p:cNvSpPr>
          <p:nvPr>
            <p:ph type="sldNum" sz="quarter" idx="12"/>
          </p:nvPr>
        </p:nvSpPr>
        <p:spPr>
          <a:xfrm>
            <a:off x="365760" y="7818120"/>
            <a:ext cx="365760" cy="274320"/>
          </a:xfrm>
        </p:spPr>
        <p:txBody>
          <a:bodyPr/>
          <a:lstStyle>
            <a:lvl1pPr>
              <a:defRPr sz="1000">
                <a:solidFill>
                  <a:schemeClr val="bg1"/>
                </a:solidFill>
              </a:defRPr>
            </a:lvl1pPr>
          </a:lstStyle>
          <a:p>
            <a:fld id="{19A725F3-83D0-4529-A15C-9D644B8C51E0}" type="slidenum">
              <a:rPr lang="en-US" smtClean="0"/>
              <a:pPr/>
              <a:t>‹#›</a:t>
            </a:fld>
            <a:endParaRPr lang="en-US"/>
          </a:p>
        </p:txBody>
      </p:sp>
      <p:cxnSp>
        <p:nvCxnSpPr>
          <p:cNvPr id="17" name="Straight Connector 16"/>
          <p:cNvCxnSpPr/>
          <p:nvPr userDrawn="1"/>
        </p:nvCxnSpPr>
        <p:spPr>
          <a:xfrm rot="5400000">
            <a:off x="623570" y="7954010"/>
            <a:ext cx="274320" cy="25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userDrawn="1"/>
        </p:nvCxnSpPr>
        <p:spPr>
          <a:xfrm rot="5400000">
            <a:off x="1551940" y="7954010"/>
            <a:ext cx="274320" cy="25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userDrawn="1"/>
        </p:nvCxnSpPr>
        <p:spPr>
          <a:xfrm rot="5400000">
            <a:off x="3439160" y="7954010"/>
            <a:ext cx="274320" cy="25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Footer Placeholder 4"/>
          <p:cNvSpPr txBox="1">
            <a:spLocks/>
          </p:cNvSpPr>
          <p:nvPr userDrawn="1"/>
        </p:nvSpPr>
        <p:spPr>
          <a:xfrm>
            <a:off x="1816100" y="7818120"/>
            <a:ext cx="1657350" cy="274320"/>
          </a:xfrm>
          <a:prstGeom prst="rect">
            <a:avLst/>
          </a:prstGeom>
        </p:spPr>
        <p:txBody>
          <a:bodyPr vert="horz" lIns="0" tIns="0" rIns="0" bIns="0" rtlCol="0" anchor="ctr"/>
          <a:lstStyle>
            <a:lvl1pPr>
              <a:defRPr sz="8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solidFill>
                <a:effectLst/>
                <a:uLnTx/>
                <a:uFillTx/>
                <a:latin typeface="Segoe UI" pitchFamily="34" charset="0"/>
                <a:ea typeface="+mn-ea"/>
                <a:cs typeface="Segoe UI" pitchFamily="34" charset="0"/>
              </a:rPr>
              <a:t>© KPIT Technologies Limited</a:t>
            </a:r>
          </a:p>
        </p:txBody>
      </p:sp>
      <p:sp>
        <p:nvSpPr>
          <p:cNvPr id="28" name="Rectangle 27"/>
          <p:cNvSpPr/>
          <p:nvPr userDrawn="1"/>
        </p:nvSpPr>
        <p:spPr>
          <a:xfrm>
            <a:off x="0" y="7607030"/>
            <a:ext cx="14630400" cy="7392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30622" tIns="65311" rIns="130622" bIns="65311" rtlCol="0" anchor="ctr"/>
          <a:lstStyle/>
          <a:p>
            <a:pPr algn="ctr"/>
            <a:endParaRPr lang="en-US"/>
          </a:p>
        </p:txBody>
      </p:sp>
      <p:pic>
        <p:nvPicPr>
          <p:cNvPr id="29" name="Picture 28" descr="KPIT logo-(RGB).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365782" y="7643997"/>
            <a:ext cx="1278588" cy="585606"/>
          </a:xfrm>
          <a:prstGeom prst="rect">
            <a:avLst/>
          </a:prstGeom>
        </p:spPr>
      </p:pic>
    </p:spTree>
    <p:extLst>
      <p:ext uri="{BB962C8B-B14F-4D97-AF65-F5344CB8AC3E}">
        <p14:creationId xmlns:p14="http://schemas.microsoft.com/office/powerpoint/2010/main" val="263981219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12" name="Rectangle 11"/>
          <p:cNvSpPr/>
          <p:nvPr userDrawn="1"/>
        </p:nvSpPr>
        <p:spPr>
          <a:xfrm>
            <a:off x="0" y="7680960"/>
            <a:ext cx="14630400" cy="5486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30622" tIns="65311" rIns="130622" bIns="65311" rtlCol="0" anchor="ctr"/>
          <a:lstStyle/>
          <a:p>
            <a:pPr algn="ctr"/>
            <a:endParaRPr lang="en-US"/>
          </a:p>
        </p:txBody>
      </p:sp>
      <p:sp>
        <p:nvSpPr>
          <p:cNvPr id="2" name="Title 1"/>
          <p:cNvSpPr>
            <a:spLocks noGrp="1"/>
          </p:cNvSpPr>
          <p:nvPr>
            <p:ph type="title" hasCustomPrompt="1"/>
          </p:nvPr>
        </p:nvSpPr>
        <p:spPr>
          <a:xfrm>
            <a:off x="365760" y="329566"/>
            <a:ext cx="13258800" cy="731520"/>
          </a:xfrm>
        </p:spPr>
        <p:txBody>
          <a:bodyPr lIns="0" tIns="0" rIns="0" bIns="0" anchor="t" anchorCtr="0">
            <a:noAutofit/>
          </a:bodyPr>
          <a:lstStyle>
            <a:lvl1pPr algn="l">
              <a:defRPr sz="3300">
                <a:solidFill>
                  <a:schemeClr val="tx2"/>
                </a:solidFill>
              </a:defRPr>
            </a:lvl1pPr>
          </a:lstStyle>
          <a:p>
            <a:r>
              <a:rPr lang="en-US" dirty="0"/>
              <a:t>Click to edit title</a:t>
            </a:r>
          </a:p>
        </p:txBody>
      </p:sp>
      <p:sp>
        <p:nvSpPr>
          <p:cNvPr id="4" name="Date Placeholder 3"/>
          <p:cNvSpPr>
            <a:spLocks noGrp="1"/>
          </p:cNvSpPr>
          <p:nvPr>
            <p:ph type="dt" sz="half" idx="10"/>
          </p:nvPr>
        </p:nvSpPr>
        <p:spPr>
          <a:xfrm>
            <a:off x="914400" y="7818120"/>
            <a:ext cx="731520" cy="274320"/>
          </a:xfrm>
        </p:spPr>
        <p:txBody>
          <a:bodyPr/>
          <a:lstStyle>
            <a:lvl1pPr>
              <a:defRPr sz="1000">
                <a:solidFill>
                  <a:schemeClr val="bg1"/>
                </a:solidFill>
              </a:defRPr>
            </a:lvl1pPr>
          </a:lstStyle>
          <a:p>
            <a:fld id="{200E8225-628C-45B4-B3E3-62EB5149B8DA}" type="datetime1">
              <a:rPr lang="en-US" smtClean="0"/>
              <a:t>1/7/2020</a:t>
            </a:fld>
            <a:endParaRPr lang="en-US" dirty="0"/>
          </a:p>
        </p:txBody>
      </p:sp>
      <p:sp>
        <p:nvSpPr>
          <p:cNvPr id="5" name="Footer Placeholder 4"/>
          <p:cNvSpPr>
            <a:spLocks noGrp="1"/>
          </p:cNvSpPr>
          <p:nvPr>
            <p:ph type="ftr" sz="quarter" idx="11"/>
          </p:nvPr>
        </p:nvSpPr>
        <p:spPr>
          <a:xfrm>
            <a:off x="3749040" y="7818120"/>
            <a:ext cx="9418320" cy="274320"/>
          </a:xfrm>
        </p:spPr>
        <p:txBody>
          <a:bodyPr/>
          <a:lstStyle>
            <a:lvl1pPr>
              <a:defRPr sz="1000">
                <a:solidFill>
                  <a:schemeClr val="bg1"/>
                </a:solidFill>
              </a:defRPr>
            </a:lvl1pPr>
          </a:lstStyle>
          <a:p>
            <a:endParaRPr lang="en-US" dirty="0"/>
          </a:p>
        </p:txBody>
      </p:sp>
      <p:sp>
        <p:nvSpPr>
          <p:cNvPr id="6" name="Slide Number Placeholder 5"/>
          <p:cNvSpPr>
            <a:spLocks noGrp="1"/>
          </p:cNvSpPr>
          <p:nvPr>
            <p:ph type="sldNum" sz="quarter" idx="12"/>
          </p:nvPr>
        </p:nvSpPr>
        <p:spPr>
          <a:xfrm>
            <a:off x="365760" y="7818120"/>
            <a:ext cx="365760" cy="274320"/>
          </a:xfrm>
        </p:spPr>
        <p:txBody>
          <a:bodyPr/>
          <a:lstStyle>
            <a:lvl1pPr>
              <a:defRPr sz="1000">
                <a:solidFill>
                  <a:schemeClr val="bg1"/>
                </a:solidFill>
              </a:defRPr>
            </a:lvl1pPr>
          </a:lstStyle>
          <a:p>
            <a:fld id="{19A725F3-83D0-4529-A15C-9D644B8C51E0}" type="slidenum">
              <a:rPr lang="en-US" smtClean="0"/>
              <a:pPr/>
              <a:t>‹#›</a:t>
            </a:fld>
            <a:endParaRPr lang="en-US"/>
          </a:p>
        </p:txBody>
      </p:sp>
      <p:cxnSp>
        <p:nvCxnSpPr>
          <p:cNvPr id="7" name="Straight Connector 6"/>
          <p:cNvCxnSpPr/>
          <p:nvPr userDrawn="1"/>
        </p:nvCxnSpPr>
        <p:spPr>
          <a:xfrm rot="5400000">
            <a:off x="623570" y="7954010"/>
            <a:ext cx="274320" cy="25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userDrawn="1"/>
        </p:nvCxnSpPr>
        <p:spPr>
          <a:xfrm rot="5400000">
            <a:off x="1551940" y="7954010"/>
            <a:ext cx="274320" cy="25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userDrawn="1"/>
        </p:nvCxnSpPr>
        <p:spPr>
          <a:xfrm rot="5400000">
            <a:off x="3439160" y="7954010"/>
            <a:ext cx="274320" cy="25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Footer Placeholder 4"/>
          <p:cNvSpPr txBox="1">
            <a:spLocks/>
          </p:cNvSpPr>
          <p:nvPr userDrawn="1"/>
        </p:nvSpPr>
        <p:spPr>
          <a:xfrm>
            <a:off x="1816100" y="7818120"/>
            <a:ext cx="1657350" cy="274320"/>
          </a:xfrm>
          <a:prstGeom prst="rect">
            <a:avLst/>
          </a:prstGeom>
        </p:spPr>
        <p:txBody>
          <a:bodyPr vert="horz" lIns="0" tIns="0" rIns="0" bIns="0" rtlCol="0" anchor="ctr"/>
          <a:lstStyle>
            <a:lvl1pPr>
              <a:defRPr sz="8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solidFill>
                <a:effectLst/>
                <a:uLnTx/>
                <a:uFillTx/>
                <a:latin typeface="Segoe UI" pitchFamily="34" charset="0"/>
                <a:ea typeface="+mn-ea"/>
                <a:cs typeface="Segoe UI" pitchFamily="34" charset="0"/>
              </a:rPr>
              <a:t>© KPIT Technologies Limited</a:t>
            </a:r>
          </a:p>
        </p:txBody>
      </p:sp>
      <p:sp>
        <p:nvSpPr>
          <p:cNvPr id="16" name="Rectangle 15"/>
          <p:cNvSpPr/>
          <p:nvPr userDrawn="1"/>
        </p:nvSpPr>
        <p:spPr>
          <a:xfrm>
            <a:off x="13990320" y="365760"/>
            <a:ext cx="640080" cy="457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userDrawn="1"/>
        </p:nvSpPr>
        <p:spPr>
          <a:xfrm>
            <a:off x="0" y="7607030"/>
            <a:ext cx="14630400" cy="7392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30622" tIns="65311" rIns="130622" bIns="65311" rtlCol="0" anchor="ctr"/>
          <a:lstStyle/>
          <a:p>
            <a:pPr algn="ctr"/>
            <a:endParaRPr lang="en-US"/>
          </a:p>
        </p:txBody>
      </p:sp>
      <p:pic>
        <p:nvPicPr>
          <p:cNvPr id="17" name="Picture 16" descr="KPIT logo-(RGB).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365782" y="7643997"/>
            <a:ext cx="1278588" cy="585606"/>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365760" y="332844"/>
            <a:ext cx="13258800" cy="731520"/>
          </a:xfrm>
        </p:spPr>
        <p:txBody>
          <a:bodyPr lIns="0" tIns="0" rIns="0" bIns="0" anchor="t" anchorCtr="0">
            <a:noAutofit/>
          </a:bodyPr>
          <a:lstStyle>
            <a:lvl1pPr marL="0" indent="0">
              <a:spcBef>
                <a:spcPts val="0"/>
              </a:spcBef>
              <a:buNone/>
              <a:defRPr sz="3300">
                <a:solidFill>
                  <a:schemeClr val="tx2"/>
                </a:solidFill>
              </a:defRPr>
            </a:lvl1pPr>
            <a:lvl2pPr marL="653110" indent="0">
              <a:buNone/>
              <a:defRPr sz="2600">
                <a:solidFill>
                  <a:schemeClr val="tx1">
                    <a:tint val="75000"/>
                  </a:schemeClr>
                </a:solidFill>
              </a:defRPr>
            </a:lvl2pPr>
            <a:lvl3pPr marL="1306220" indent="0">
              <a:buNone/>
              <a:defRPr sz="2300">
                <a:solidFill>
                  <a:schemeClr val="tx1">
                    <a:tint val="75000"/>
                  </a:schemeClr>
                </a:solidFill>
              </a:defRPr>
            </a:lvl3pPr>
            <a:lvl4pPr marL="1959331" indent="0">
              <a:buNone/>
              <a:defRPr sz="2000">
                <a:solidFill>
                  <a:schemeClr val="tx1">
                    <a:tint val="75000"/>
                  </a:schemeClr>
                </a:solidFill>
              </a:defRPr>
            </a:lvl4pPr>
            <a:lvl5pPr marL="2612441" indent="0">
              <a:buNone/>
              <a:defRPr sz="2000">
                <a:solidFill>
                  <a:schemeClr val="tx1">
                    <a:tint val="75000"/>
                  </a:schemeClr>
                </a:solidFill>
              </a:defRPr>
            </a:lvl5pPr>
            <a:lvl6pPr marL="3265551" indent="0">
              <a:buNone/>
              <a:defRPr sz="2000">
                <a:solidFill>
                  <a:schemeClr val="tx1">
                    <a:tint val="75000"/>
                  </a:schemeClr>
                </a:solidFill>
              </a:defRPr>
            </a:lvl6pPr>
            <a:lvl7pPr marL="3918661" indent="0">
              <a:buNone/>
              <a:defRPr sz="2000">
                <a:solidFill>
                  <a:schemeClr val="tx1">
                    <a:tint val="75000"/>
                  </a:schemeClr>
                </a:solidFill>
              </a:defRPr>
            </a:lvl7pPr>
            <a:lvl8pPr marL="4571771" indent="0">
              <a:buNone/>
              <a:defRPr sz="2000">
                <a:solidFill>
                  <a:schemeClr val="tx1">
                    <a:tint val="75000"/>
                  </a:schemeClr>
                </a:solidFill>
              </a:defRPr>
            </a:lvl8pPr>
            <a:lvl9pPr marL="5224882" indent="0">
              <a:buNone/>
              <a:defRPr sz="2000">
                <a:solidFill>
                  <a:schemeClr val="tx1">
                    <a:tint val="75000"/>
                  </a:schemeClr>
                </a:solidFill>
              </a:defRPr>
            </a:lvl9pPr>
          </a:lstStyle>
          <a:p>
            <a:pPr lvl="0"/>
            <a:r>
              <a:rPr lang="en-US" dirty="0"/>
              <a:t>Click to edit the title</a:t>
            </a:r>
          </a:p>
        </p:txBody>
      </p:sp>
      <p:sp>
        <p:nvSpPr>
          <p:cNvPr id="12" name="Text Placeholder 11"/>
          <p:cNvSpPr>
            <a:spLocks noGrp="1"/>
          </p:cNvSpPr>
          <p:nvPr>
            <p:ph type="body" sz="quarter" idx="13" hasCustomPrompt="1"/>
          </p:nvPr>
        </p:nvSpPr>
        <p:spPr>
          <a:xfrm>
            <a:off x="365760" y="1209823"/>
            <a:ext cx="13637261" cy="6262732"/>
          </a:xfrm>
        </p:spPr>
        <p:txBody>
          <a:bodyPr lIns="0" tIns="0" rIns="0" bIns="0">
            <a:normAutofit/>
          </a:bodyPr>
          <a:lstStyle>
            <a:lvl1pPr marL="0" indent="0">
              <a:spcBef>
                <a:spcPts val="857"/>
              </a:spcBef>
              <a:buNone/>
              <a:defRPr sz="2400"/>
            </a:lvl1pPr>
            <a:lvl2pPr marL="0" indent="0">
              <a:spcBef>
                <a:spcPts val="857"/>
              </a:spcBef>
              <a:buNone/>
              <a:defRPr sz="2600"/>
            </a:lvl2pPr>
            <a:lvl3pPr marL="0" indent="0">
              <a:spcBef>
                <a:spcPts val="857"/>
              </a:spcBef>
              <a:buNone/>
              <a:defRPr sz="2600"/>
            </a:lvl3pPr>
            <a:lvl4pPr marL="0" indent="0">
              <a:spcBef>
                <a:spcPts val="857"/>
              </a:spcBef>
              <a:buNone/>
              <a:defRPr sz="2600"/>
            </a:lvl4pPr>
            <a:lvl5pPr marL="0" indent="0">
              <a:spcBef>
                <a:spcPts val="857"/>
              </a:spcBef>
              <a:buNone/>
              <a:defRPr sz="2600"/>
            </a:lvl5pPr>
          </a:lstStyle>
          <a:p>
            <a:pPr lvl="0"/>
            <a:r>
              <a:rPr lang="en-US" dirty="0"/>
              <a:t> </a:t>
            </a:r>
          </a:p>
        </p:txBody>
      </p:sp>
      <p:sp>
        <p:nvSpPr>
          <p:cNvPr id="21" name="Rectangle 20"/>
          <p:cNvSpPr/>
          <p:nvPr userDrawn="1"/>
        </p:nvSpPr>
        <p:spPr>
          <a:xfrm>
            <a:off x="13990320" y="365760"/>
            <a:ext cx="640080" cy="457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6"/>
          <p:cNvSpPr>
            <a:spLocks noGrp="1"/>
          </p:cNvSpPr>
          <p:nvPr>
            <p:ph type="body" sz="quarter" idx="14" hasCustomPrompt="1"/>
          </p:nvPr>
        </p:nvSpPr>
        <p:spPr>
          <a:xfrm>
            <a:off x="381023" y="1206467"/>
            <a:ext cx="11128040" cy="914400"/>
          </a:xfrm>
        </p:spPr>
        <p:txBody>
          <a:body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Rectangle 14"/>
          <p:cNvSpPr/>
          <p:nvPr userDrawn="1"/>
        </p:nvSpPr>
        <p:spPr>
          <a:xfrm>
            <a:off x="0" y="7680960"/>
            <a:ext cx="14630400" cy="5486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30622" tIns="65311" rIns="130622" bIns="65311" rtlCol="0" anchor="ctr"/>
          <a:lstStyle/>
          <a:p>
            <a:pPr algn="ctr"/>
            <a:endParaRPr lang="en-US"/>
          </a:p>
        </p:txBody>
      </p:sp>
      <p:sp>
        <p:nvSpPr>
          <p:cNvPr id="22" name="Date Placeholder 3"/>
          <p:cNvSpPr>
            <a:spLocks noGrp="1"/>
          </p:cNvSpPr>
          <p:nvPr>
            <p:ph type="dt" sz="half" idx="10"/>
          </p:nvPr>
        </p:nvSpPr>
        <p:spPr>
          <a:xfrm>
            <a:off x="914400" y="7818120"/>
            <a:ext cx="731520" cy="274320"/>
          </a:xfrm>
        </p:spPr>
        <p:txBody>
          <a:bodyPr/>
          <a:lstStyle>
            <a:lvl1pPr>
              <a:defRPr sz="1000">
                <a:solidFill>
                  <a:schemeClr val="bg1"/>
                </a:solidFill>
              </a:defRPr>
            </a:lvl1pPr>
          </a:lstStyle>
          <a:p>
            <a:fld id="{341A645A-EBD1-436C-9ABB-427EBF27FB91}" type="datetime1">
              <a:rPr lang="en-US" smtClean="0"/>
              <a:t>1/7/2020</a:t>
            </a:fld>
            <a:endParaRPr lang="en-US" dirty="0"/>
          </a:p>
        </p:txBody>
      </p:sp>
      <p:sp>
        <p:nvSpPr>
          <p:cNvPr id="23" name="Footer Placeholder 4"/>
          <p:cNvSpPr>
            <a:spLocks noGrp="1"/>
          </p:cNvSpPr>
          <p:nvPr>
            <p:ph type="ftr" sz="quarter" idx="11"/>
          </p:nvPr>
        </p:nvSpPr>
        <p:spPr>
          <a:xfrm>
            <a:off x="3749040" y="7818120"/>
            <a:ext cx="9418320" cy="274320"/>
          </a:xfrm>
        </p:spPr>
        <p:txBody>
          <a:bodyPr/>
          <a:lstStyle>
            <a:lvl1pPr>
              <a:defRPr sz="1000">
                <a:solidFill>
                  <a:schemeClr val="bg1"/>
                </a:solidFill>
              </a:defRPr>
            </a:lvl1pPr>
          </a:lstStyle>
          <a:p>
            <a:endParaRPr lang="en-US" dirty="0"/>
          </a:p>
        </p:txBody>
      </p:sp>
      <p:sp>
        <p:nvSpPr>
          <p:cNvPr id="24" name="Slide Number Placeholder 5"/>
          <p:cNvSpPr>
            <a:spLocks noGrp="1"/>
          </p:cNvSpPr>
          <p:nvPr>
            <p:ph type="sldNum" sz="quarter" idx="12"/>
          </p:nvPr>
        </p:nvSpPr>
        <p:spPr>
          <a:xfrm>
            <a:off x="365760" y="7818120"/>
            <a:ext cx="365760" cy="274320"/>
          </a:xfrm>
        </p:spPr>
        <p:txBody>
          <a:bodyPr/>
          <a:lstStyle>
            <a:lvl1pPr>
              <a:defRPr sz="1000">
                <a:solidFill>
                  <a:schemeClr val="bg1"/>
                </a:solidFill>
              </a:defRPr>
            </a:lvl1pPr>
          </a:lstStyle>
          <a:p>
            <a:fld id="{19A725F3-83D0-4529-A15C-9D644B8C51E0}" type="slidenum">
              <a:rPr lang="en-US" smtClean="0"/>
              <a:pPr/>
              <a:t>‹#›</a:t>
            </a:fld>
            <a:endParaRPr lang="en-US"/>
          </a:p>
        </p:txBody>
      </p:sp>
      <p:cxnSp>
        <p:nvCxnSpPr>
          <p:cNvPr id="25" name="Straight Connector 24"/>
          <p:cNvCxnSpPr/>
          <p:nvPr userDrawn="1"/>
        </p:nvCxnSpPr>
        <p:spPr>
          <a:xfrm rot="5400000">
            <a:off x="623570" y="7954010"/>
            <a:ext cx="274320" cy="25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userDrawn="1"/>
        </p:nvCxnSpPr>
        <p:spPr>
          <a:xfrm rot="5400000">
            <a:off x="1551940" y="7954010"/>
            <a:ext cx="274320" cy="25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userDrawn="1"/>
        </p:nvCxnSpPr>
        <p:spPr>
          <a:xfrm rot="5400000">
            <a:off x="3439160" y="7954010"/>
            <a:ext cx="274320" cy="25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8" name="Footer Placeholder 4"/>
          <p:cNvSpPr txBox="1">
            <a:spLocks/>
          </p:cNvSpPr>
          <p:nvPr userDrawn="1"/>
        </p:nvSpPr>
        <p:spPr>
          <a:xfrm>
            <a:off x="1816100" y="7818120"/>
            <a:ext cx="1657350" cy="274320"/>
          </a:xfrm>
          <a:prstGeom prst="rect">
            <a:avLst/>
          </a:prstGeom>
        </p:spPr>
        <p:txBody>
          <a:bodyPr vert="horz" lIns="0" tIns="0" rIns="0" bIns="0" rtlCol="0" anchor="ctr"/>
          <a:lstStyle>
            <a:lvl1pPr>
              <a:defRPr sz="8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solidFill>
                <a:effectLst/>
                <a:uLnTx/>
                <a:uFillTx/>
                <a:latin typeface="Segoe UI" pitchFamily="34" charset="0"/>
                <a:ea typeface="+mn-ea"/>
                <a:cs typeface="Segoe UI" pitchFamily="34" charset="0"/>
              </a:rPr>
              <a:t>© KPIT Technologies Limited</a:t>
            </a:r>
          </a:p>
        </p:txBody>
      </p:sp>
      <p:sp>
        <p:nvSpPr>
          <p:cNvPr id="29" name="Rectangle 28"/>
          <p:cNvSpPr/>
          <p:nvPr userDrawn="1"/>
        </p:nvSpPr>
        <p:spPr>
          <a:xfrm>
            <a:off x="0" y="7607030"/>
            <a:ext cx="14630400" cy="7392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30622" tIns="65311" rIns="130622" bIns="65311" rtlCol="0" anchor="ctr"/>
          <a:lstStyle/>
          <a:p>
            <a:pPr algn="ctr"/>
            <a:endParaRPr lang="en-US"/>
          </a:p>
        </p:txBody>
      </p:sp>
      <p:pic>
        <p:nvPicPr>
          <p:cNvPr id="30" name="Picture 29" descr="KPIT logo-(RGB).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365782" y="7643997"/>
            <a:ext cx="1278588" cy="585606"/>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and picture">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365760" y="332844"/>
            <a:ext cx="13258800" cy="731520"/>
          </a:xfrm>
        </p:spPr>
        <p:txBody>
          <a:bodyPr lIns="0" tIns="0" rIns="0" bIns="0" anchor="t" anchorCtr="0">
            <a:noAutofit/>
          </a:bodyPr>
          <a:lstStyle>
            <a:lvl1pPr marL="0" indent="0">
              <a:spcBef>
                <a:spcPts val="0"/>
              </a:spcBef>
              <a:buNone/>
              <a:defRPr sz="3300">
                <a:solidFill>
                  <a:schemeClr val="tx2"/>
                </a:solidFill>
              </a:defRPr>
            </a:lvl1pPr>
            <a:lvl2pPr marL="653110" indent="0">
              <a:buNone/>
              <a:defRPr sz="2600">
                <a:solidFill>
                  <a:schemeClr val="tx1">
                    <a:tint val="75000"/>
                  </a:schemeClr>
                </a:solidFill>
              </a:defRPr>
            </a:lvl2pPr>
            <a:lvl3pPr marL="1306220" indent="0">
              <a:buNone/>
              <a:defRPr sz="2300">
                <a:solidFill>
                  <a:schemeClr val="tx1">
                    <a:tint val="75000"/>
                  </a:schemeClr>
                </a:solidFill>
              </a:defRPr>
            </a:lvl3pPr>
            <a:lvl4pPr marL="1959331" indent="0">
              <a:buNone/>
              <a:defRPr sz="2000">
                <a:solidFill>
                  <a:schemeClr val="tx1">
                    <a:tint val="75000"/>
                  </a:schemeClr>
                </a:solidFill>
              </a:defRPr>
            </a:lvl4pPr>
            <a:lvl5pPr marL="2612441" indent="0">
              <a:buNone/>
              <a:defRPr sz="2000">
                <a:solidFill>
                  <a:schemeClr val="tx1">
                    <a:tint val="75000"/>
                  </a:schemeClr>
                </a:solidFill>
              </a:defRPr>
            </a:lvl5pPr>
            <a:lvl6pPr marL="3265551" indent="0">
              <a:buNone/>
              <a:defRPr sz="2000">
                <a:solidFill>
                  <a:schemeClr val="tx1">
                    <a:tint val="75000"/>
                  </a:schemeClr>
                </a:solidFill>
              </a:defRPr>
            </a:lvl6pPr>
            <a:lvl7pPr marL="3918661" indent="0">
              <a:buNone/>
              <a:defRPr sz="2000">
                <a:solidFill>
                  <a:schemeClr val="tx1">
                    <a:tint val="75000"/>
                  </a:schemeClr>
                </a:solidFill>
              </a:defRPr>
            </a:lvl7pPr>
            <a:lvl8pPr marL="4571771" indent="0">
              <a:buNone/>
              <a:defRPr sz="2000">
                <a:solidFill>
                  <a:schemeClr val="tx1">
                    <a:tint val="75000"/>
                  </a:schemeClr>
                </a:solidFill>
              </a:defRPr>
            </a:lvl8pPr>
            <a:lvl9pPr marL="5224882" indent="0">
              <a:buNone/>
              <a:defRPr sz="2000">
                <a:solidFill>
                  <a:schemeClr val="tx1">
                    <a:tint val="75000"/>
                  </a:schemeClr>
                </a:solidFill>
              </a:defRPr>
            </a:lvl9pPr>
          </a:lstStyle>
          <a:p>
            <a:pPr lvl="0"/>
            <a:r>
              <a:rPr lang="en-US" dirty="0"/>
              <a:t>Click to edit the title</a:t>
            </a:r>
          </a:p>
        </p:txBody>
      </p:sp>
      <p:sp>
        <p:nvSpPr>
          <p:cNvPr id="12" name="Text Placeholder 11"/>
          <p:cNvSpPr>
            <a:spLocks noGrp="1"/>
          </p:cNvSpPr>
          <p:nvPr>
            <p:ph type="body" sz="quarter" idx="13" hasCustomPrompt="1"/>
          </p:nvPr>
        </p:nvSpPr>
        <p:spPr>
          <a:xfrm>
            <a:off x="365760" y="1209822"/>
            <a:ext cx="6803136" cy="6262732"/>
          </a:xfrm>
        </p:spPr>
        <p:txBody>
          <a:bodyPr lIns="0" tIns="0" rIns="0" bIns="0">
            <a:normAutofit/>
          </a:bodyPr>
          <a:lstStyle>
            <a:lvl1pPr marL="0" indent="0">
              <a:spcBef>
                <a:spcPts val="857"/>
              </a:spcBef>
              <a:buFont typeface="Arial"/>
              <a:buChar char="•"/>
              <a:defRPr sz="2000"/>
            </a:lvl1pPr>
            <a:lvl2pPr marL="0" indent="0">
              <a:spcBef>
                <a:spcPts val="857"/>
              </a:spcBef>
              <a:buNone/>
              <a:defRPr sz="2600"/>
            </a:lvl2pPr>
            <a:lvl3pPr marL="0" indent="0">
              <a:spcBef>
                <a:spcPts val="857"/>
              </a:spcBef>
              <a:buNone/>
              <a:defRPr sz="2600"/>
            </a:lvl3pPr>
            <a:lvl4pPr marL="0" indent="0">
              <a:spcBef>
                <a:spcPts val="857"/>
              </a:spcBef>
              <a:buNone/>
              <a:defRPr sz="2600"/>
            </a:lvl4pPr>
            <a:lvl5pPr marL="0" indent="0">
              <a:spcBef>
                <a:spcPts val="857"/>
              </a:spcBef>
              <a:buNone/>
              <a:defRPr sz="2600"/>
            </a:lvl5pPr>
          </a:lstStyle>
          <a:p>
            <a:pPr lvl="0"/>
            <a:r>
              <a:rPr lang="en-US" dirty="0"/>
              <a:t>Click to edit the body text</a:t>
            </a:r>
          </a:p>
        </p:txBody>
      </p:sp>
      <p:sp>
        <p:nvSpPr>
          <p:cNvPr id="10" name="Chart Placeholder 9"/>
          <p:cNvSpPr>
            <a:spLocks noGrp="1"/>
          </p:cNvSpPr>
          <p:nvPr>
            <p:ph type="chart" sz="quarter" idx="14" hasCustomPrompt="1"/>
          </p:nvPr>
        </p:nvSpPr>
        <p:spPr>
          <a:xfrm>
            <a:off x="7498080" y="1223889"/>
            <a:ext cx="6591302" cy="6270382"/>
          </a:xfrm>
        </p:spPr>
        <p:txBody>
          <a:bodyPr lIns="0" tIns="0" rIns="0" bIns="0">
            <a:normAutofit/>
          </a:bodyPr>
          <a:lstStyle>
            <a:lvl1pPr>
              <a:buFontTx/>
              <a:buNone/>
              <a:defRPr sz="2600"/>
            </a:lvl1pPr>
          </a:lstStyle>
          <a:p>
            <a:r>
              <a:rPr lang="en-US" dirty="0"/>
              <a:t>Click to place a chart</a:t>
            </a:r>
          </a:p>
        </p:txBody>
      </p:sp>
      <p:sp>
        <p:nvSpPr>
          <p:cNvPr id="27" name="Rectangle 26"/>
          <p:cNvSpPr/>
          <p:nvPr userDrawn="1"/>
        </p:nvSpPr>
        <p:spPr>
          <a:xfrm>
            <a:off x="13990320" y="365760"/>
            <a:ext cx="640080" cy="457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userDrawn="1"/>
        </p:nvSpPr>
        <p:spPr>
          <a:xfrm>
            <a:off x="0" y="7680960"/>
            <a:ext cx="14630400" cy="5486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30622" tIns="65311" rIns="130622" bIns="65311" rtlCol="0" anchor="ctr"/>
          <a:lstStyle/>
          <a:p>
            <a:pPr algn="ctr"/>
            <a:endParaRPr lang="en-US"/>
          </a:p>
        </p:txBody>
      </p:sp>
      <p:sp>
        <p:nvSpPr>
          <p:cNvPr id="16" name="Date Placeholder 3"/>
          <p:cNvSpPr>
            <a:spLocks noGrp="1"/>
          </p:cNvSpPr>
          <p:nvPr>
            <p:ph type="dt" sz="half" idx="10"/>
          </p:nvPr>
        </p:nvSpPr>
        <p:spPr>
          <a:xfrm>
            <a:off x="914400" y="7818120"/>
            <a:ext cx="731520" cy="274320"/>
          </a:xfrm>
        </p:spPr>
        <p:txBody>
          <a:bodyPr/>
          <a:lstStyle>
            <a:lvl1pPr>
              <a:defRPr sz="1000">
                <a:solidFill>
                  <a:schemeClr val="bg1"/>
                </a:solidFill>
              </a:defRPr>
            </a:lvl1pPr>
          </a:lstStyle>
          <a:p>
            <a:fld id="{2769CEB9-3BE1-4A35-B83C-0CBDC656F939}" type="datetime1">
              <a:rPr lang="en-US" smtClean="0"/>
              <a:t>1/7/2020</a:t>
            </a:fld>
            <a:endParaRPr lang="en-US" dirty="0"/>
          </a:p>
        </p:txBody>
      </p:sp>
      <p:sp>
        <p:nvSpPr>
          <p:cNvPr id="17" name="Footer Placeholder 4"/>
          <p:cNvSpPr>
            <a:spLocks noGrp="1"/>
          </p:cNvSpPr>
          <p:nvPr>
            <p:ph type="ftr" sz="quarter" idx="11"/>
          </p:nvPr>
        </p:nvSpPr>
        <p:spPr>
          <a:xfrm>
            <a:off x="3749040" y="7818120"/>
            <a:ext cx="9418320" cy="274320"/>
          </a:xfrm>
        </p:spPr>
        <p:txBody>
          <a:bodyPr/>
          <a:lstStyle>
            <a:lvl1pPr>
              <a:defRPr sz="1000">
                <a:solidFill>
                  <a:schemeClr val="bg1"/>
                </a:solidFill>
              </a:defRPr>
            </a:lvl1pPr>
          </a:lstStyle>
          <a:p>
            <a:endParaRPr lang="en-US" dirty="0"/>
          </a:p>
        </p:txBody>
      </p:sp>
      <p:sp>
        <p:nvSpPr>
          <p:cNvPr id="18" name="Slide Number Placeholder 5"/>
          <p:cNvSpPr>
            <a:spLocks noGrp="1"/>
          </p:cNvSpPr>
          <p:nvPr>
            <p:ph type="sldNum" sz="quarter" idx="12"/>
          </p:nvPr>
        </p:nvSpPr>
        <p:spPr>
          <a:xfrm>
            <a:off x="365760" y="7818120"/>
            <a:ext cx="365760" cy="274320"/>
          </a:xfrm>
        </p:spPr>
        <p:txBody>
          <a:bodyPr/>
          <a:lstStyle>
            <a:lvl1pPr>
              <a:defRPr sz="1000">
                <a:solidFill>
                  <a:schemeClr val="bg1"/>
                </a:solidFill>
              </a:defRPr>
            </a:lvl1pPr>
          </a:lstStyle>
          <a:p>
            <a:fld id="{19A725F3-83D0-4529-A15C-9D644B8C51E0}" type="slidenum">
              <a:rPr lang="en-US" smtClean="0"/>
              <a:pPr/>
              <a:t>‹#›</a:t>
            </a:fld>
            <a:endParaRPr lang="en-US"/>
          </a:p>
        </p:txBody>
      </p:sp>
      <p:cxnSp>
        <p:nvCxnSpPr>
          <p:cNvPr id="19" name="Straight Connector 18"/>
          <p:cNvCxnSpPr/>
          <p:nvPr userDrawn="1"/>
        </p:nvCxnSpPr>
        <p:spPr>
          <a:xfrm rot="5400000">
            <a:off x="623570" y="7954010"/>
            <a:ext cx="274320" cy="25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userDrawn="1"/>
        </p:nvCxnSpPr>
        <p:spPr>
          <a:xfrm rot="5400000">
            <a:off x="1551940" y="7954010"/>
            <a:ext cx="274320" cy="25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userDrawn="1"/>
        </p:nvCxnSpPr>
        <p:spPr>
          <a:xfrm rot="5400000">
            <a:off x="3439160" y="7954010"/>
            <a:ext cx="274320" cy="25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9" name="Footer Placeholder 4"/>
          <p:cNvSpPr txBox="1">
            <a:spLocks/>
          </p:cNvSpPr>
          <p:nvPr userDrawn="1"/>
        </p:nvSpPr>
        <p:spPr>
          <a:xfrm>
            <a:off x="1816100" y="7818120"/>
            <a:ext cx="1657350" cy="274320"/>
          </a:xfrm>
          <a:prstGeom prst="rect">
            <a:avLst/>
          </a:prstGeom>
        </p:spPr>
        <p:txBody>
          <a:bodyPr vert="horz" lIns="0" tIns="0" rIns="0" bIns="0" rtlCol="0" anchor="ctr"/>
          <a:lstStyle>
            <a:lvl1pPr>
              <a:defRPr sz="8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solidFill>
                <a:effectLst/>
                <a:uLnTx/>
                <a:uFillTx/>
                <a:latin typeface="Segoe UI" pitchFamily="34" charset="0"/>
                <a:ea typeface="+mn-ea"/>
                <a:cs typeface="Segoe UI" pitchFamily="34" charset="0"/>
              </a:rPr>
              <a:t>© KPIT Technologies Limited</a:t>
            </a:r>
          </a:p>
        </p:txBody>
      </p:sp>
      <p:sp>
        <p:nvSpPr>
          <p:cNvPr id="30" name="Rectangle 29"/>
          <p:cNvSpPr/>
          <p:nvPr userDrawn="1"/>
        </p:nvSpPr>
        <p:spPr>
          <a:xfrm>
            <a:off x="0" y="7607030"/>
            <a:ext cx="14630400" cy="7392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30622" tIns="65311" rIns="130622" bIns="65311" rtlCol="0" anchor="ctr"/>
          <a:lstStyle/>
          <a:p>
            <a:pPr algn="ctr"/>
            <a:endParaRPr lang="en-US"/>
          </a:p>
        </p:txBody>
      </p:sp>
      <p:pic>
        <p:nvPicPr>
          <p:cNvPr id="31" name="Picture 30" descr="KPIT logo-(RGB).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365782" y="7643997"/>
            <a:ext cx="1278588" cy="585606"/>
          </a:xfrm>
          <a:prstGeom prst="rect">
            <a:avLst/>
          </a:prstGeo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perator slide">
    <p:spTree>
      <p:nvGrpSpPr>
        <p:cNvPr id="1" name=""/>
        <p:cNvGrpSpPr/>
        <p:nvPr/>
      </p:nvGrpSpPr>
      <p:grpSpPr>
        <a:xfrm>
          <a:off x="0" y="0"/>
          <a:ext cx="0" cy="0"/>
          <a:chOff x="0" y="0"/>
          <a:chExt cx="0" cy="0"/>
        </a:xfrm>
      </p:grpSpPr>
      <p:cxnSp>
        <p:nvCxnSpPr>
          <p:cNvPr id="19" name="Straight Connector 18"/>
          <p:cNvCxnSpPr/>
          <p:nvPr userDrawn="1"/>
        </p:nvCxnSpPr>
        <p:spPr>
          <a:xfrm rot="5400000">
            <a:off x="623570" y="7954010"/>
            <a:ext cx="274320" cy="254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userDrawn="1"/>
        </p:nvCxnSpPr>
        <p:spPr>
          <a:xfrm rot="5400000">
            <a:off x="1551940" y="7954010"/>
            <a:ext cx="274320" cy="254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21" name="Picture 20" descr="KPIT logo-(RGB).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432523" y="7680960"/>
            <a:ext cx="1197877" cy="548640"/>
          </a:xfrm>
          <a:prstGeom prst="rect">
            <a:avLst/>
          </a:prstGeom>
        </p:spPr>
      </p:pic>
      <p:cxnSp>
        <p:nvCxnSpPr>
          <p:cNvPr id="22" name="Straight Connector 21"/>
          <p:cNvCxnSpPr/>
          <p:nvPr userDrawn="1"/>
        </p:nvCxnSpPr>
        <p:spPr>
          <a:xfrm rot="5400000">
            <a:off x="3439160" y="7954010"/>
            <a:ext cx="274320" cy="254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Footer Placeholder 4"/>
          <p:cNvSpPr txBox="1">
            <a:spLocks/>
          </p:cNvSpPr>
          <p:nvPr userDrawn="1"/>
        </p:nvSpPr>
        <p:spPr>
          <a:xfrm>
            <a:off x="1816100" y="7818120"/>
            <a:ext cx="1657350" cy="274320"/>
          </a:xfrm>
          <a:prstGeom prst="rect">
            <a:avLst/>
          </a:prstGeom>
        </p:spPr>
        <p:txBody>
          <a:bodyPr vert="horz" lIns="0" tIns="0" rIns="0" bIns="0" rtlCol="0" anchor="ctr"/>
          <a:lstStyle>
            <a:lvl1pPr>
              <a:defRPr sz="8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Segoe UI" pitchFamily="34" charset="0"/>
                <a:ea typeface="+mn-ea"/>
                <a:cs typeface="Segoe UI" pitchFamily="34" charset="0"/>
              </a:rPr>
              <a:t>© KPIT Technologies Limited</a:t>
            </a:r>
          </a:p>
        </p:txBody>
      </p:sp>
      <p:sp>
        <p:nvSpPr>
          <p:cNvPr id="4" name="Date Placeholder 3"/>
          <p:cNvSpPr>
            <a:spLocks noGrp="1"/>
          </p:cNvSpPr>
          <p:nvPr>
            <p:ph type="dt" sz="half" idx="10"/>
          </p:nvPr>
        </p:nvSpPr>
        <p:spPr>
          <a:xfrm>
            <a:off x="914400" y="7818120"/>
            <a:ext cx="731520" cy="274320"/>
          </a:xfrm>
        </p:spPr>
        <p:txBody>
          <a:bodyPr/>
          <a:lstStyle>
            <a:lvl1pPr>
              <a:defRPr sz="1000"/>
            </a:lvl1pPr>
          </a:lstStyle>
          <a:p>
            <a:fld id="{04D699D4-0337-4BCD-8B35-62606F048B75}" type="datetime1">
              <a:rPr lang="en-US" smtClean="0"/>
              <a:t>1/7/2020</a:t>
            </a:fld>
            <a:endParaRPr lang="en-US"/>
          </a:p>
        </p:txBody>
      </p:sp>
      <p:sp>
        <p:nvSpPr>
          <p:cNvPr id="5" name="Footer Placeholder 4"/>
          <p:cNvSpPr>
            <a:spLocks noGrp="1"/>
          </p:cNvSpPr>
          <p:nvPr>
            <p:ph type="ftr" sz="quarter" idx="11"/>
          </p:nvPr>
        </p:nvSpPr>
        <p:spPr>
          <a:xfrm>
            <a:off x="3749040" y="7818120"/>
            <a:ext cx="9509760" cy="274320"/>
          </a:xfrm>
        </p:spPr>
        <p:txBody>
          <a:bodyPr/>
          <a:lstStyle>
            <a:lvl1pPr>
              <a:defRPr sz="1000"/>
            </a:lvl1pPr>
          </a:lstStyle>
          <a:p>
            <a:endParaRPr lang="en-US" dirty="0"/>
          </a:p>
        </p:txBody>
      </p:sp>
      <p:sp>
        <p:nvSpPr>
          <p:cNvPr id="6" name="Slide Number Placeholder 5"/>
          <p:cNvSpPr>
            <a:spLocks noGrp="1"/>
          </p:cNvSpPr>
          <p:nvPr>
            <p:ph type="sldNum" sz="quarter" idx="12"/>
          </p:nvPr>
        </p:nvSpPr>
        <p:spPr>
          <a:xfrm>
            <a:off x="365760" y="7818120"/>
            <a:ext cx="365760" cy="274320"/>
          </a:xfrm>
        </p:spPr>
        <p:txBody>
          <a:bodyPr/>
          <a:lstStyle>
            <a:lvl1pPr>
              <a:defRPr sz="1000"/>
            </a:lvl1pPr>
          </a:lstStyle>
          <a:p>
            <a:fld id="{19A725F3-83D0-4529-A15C-9D644B8C51E0}" type="slidenum">
              <a:rPr lang="en-US" smtClean="0"/>
              <a:pPr/>
              <a:t>‹#›</a:t>
            </a:fld>
            <a:endParaRPr lang="en-US"/>
          </a:p>
        </p:txBody>
      </p:sp>
      <p:sp>
        <p:nvSpPr>
          <p:cNvPr id="15" name="Rectangle 14"/>
          <p:cNvSpPr/>
          <p:nvPr userDrawn="1"/>
        </p:nvSpPr>
        <p:spPr>
          <a:xfrm>
            <a:off x="0" y="2560320"/>
            <a:ext cx="14630400" cy="2350631"/>
          </a:xfrm>
          <a:prstGeom prst="rect">
            <a:avLst/>
          </a:prstGeom>
          <a:solidFill>
            <a:srgbClr val="0089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userDrawn="1"/>
        </p:nvSpPr>
        <p:spPr>
          <a:xfrm>
            <a:off x="0" y="4946250"/>
            <a:ext cx="14630400" cy="548640"/>
          </a:xfrm>
          <a:prstGeom prst="rect">
            <a:avLst/>
          </a:prstGeom>
          <a:solidFill>
            <a:srgbClr val="D7DF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Placeholder 9"/>
          <p:cNvSpPr>
            <a:spLocks noGrp="1"/>
          </p:cNvSpPr>
          <p:nvPr userDrawn="1">
            <p:ph type="body" sz="quarter" idx="13" hasCustomPrompt="1"/>
          </p:nvPr>
        </p:nvSpPr>
        <p:spPr>
          <a:xfrm>
            <a:off x="3131110" y="2841674"/>
            <a:ext cx="8229600" cy="1828800"/>
          </a:xfrm>
        </p:spPr>
        <p:txBody>
          <a:bodyPr lIns="0" tIns="0" rIns="0" bIns="0" anchor="b" anchorCtr="0">
            <a:normAutofit/>
          </a:bodyPr>
          <a:lstStyle>
            <a:lvl1pPr marL="0" indent="0" algn="ctr">
              <a:buNone/>
              <a:defRPr sz="3400">
                <a:solidFill>
                  <a:schemeClr val="bg1"/>
                </a:solidFill>
              </a:defRPr>
            </a:lvl1pPr>
          </a:lstStyle>
          <a:p>
            <a:pPr lvl="0"/>
            <a:r>
              <a:rPr lang="en-US" dirty="0"/>
              <a:t>Click to enter section title</a:t>
            </a:r>
          </a:p>
        </p:txBody>
      </p:sp>
      <p:sp>
        <p:nvSpPr>
          <p:cNvPr id="25" name="Text Placeholder 24"/>
          <p:cNvSpPr>
            <a:spLocks noGrp="1"/>
          </p:cNvSpPr>
          <p:nvPr userDrawn="1">
            <p:ph type="body" sz="quarter" idx="14" hasCustomPrompt="1"/>
          </p:nvPr>
        </p:nvSpPr>
        <p:spPr>
          <a:xfrm>
            <a:off x="4564856" y="5036234"/>
            <a:ext cx="5500687" cy="393895"/>
          </a:xfrm>
        </p:spPr>
        <p:txBody>
          <a:bodyPr lIns="91440" tIns="0" rIns="91440" bIns="0">
            <a:normAutofit/>
          </a:bodyPr>
          <a:lstStyle>
            <a:lvl1pPr marL="0" indent="0" algn="ctr">
              <a:spcBef>
                <a:spcPts val="0"/>
              </a:spcBef>
              <a:buNone/>
              <a:defRPr sz="20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rPr lang="en-US" dirty="0"/>
              <a:t>Subtitle</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17" name="Rectangle 16"/>
          <p:cNvSpPr/>
          <p:nvPr userDrawn="1"/>
        </p:nvSpPr>
        <p:spPr>
          <a:xfrm>
            <a:off x="13990320" y="365760"/>
            <a:ext cx="640080" cy="457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userDrawn="1"/>
        </p:nvSpPr>
        <p:spPr>
          <a:xfrm>
            <a:off x="0" y="7680960"/>
            <a:ext cx="14630400" cy="5486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30622" tIns="65311" rIns="130622" bIns="65311" rtlCol="0" anchor="ctr"/>
          <a:lstStyle/>
          <a:p>
            <a:pPr algn="ctr"/>
            <a:endParaRPr lang="en-US"/>
          </a:p>
        </p:txBody>
      </p:sp>
      <p:sp>
        <p:nvSpPr>
          <p:cNvPr id="19" name="Date Placeholder 3"/>
          <p:cNvSpPr>
            <a:spLocks noGrp="1"/>
          </p:cNvSpPr>
          <p:nvPr>
            <p:ph type="dt" sz="half" idx="10"/>
          </p:nvPr>
        </p:nvSpPr>
        <p:spPr>
          <a:xfrm>
            <a:off x="914400" y="7818120"/>
            <a:ext cx="731520" cy="274320"/>
          </a:xfrm>
        </p:spPr>
        <p:txBody>
          <a:bodyPr/>
          <a:lstStyle>
            <a:lvl1pPr>
              <a:defRPr sz="1000">
                <a:solidFill>
                  <a:schemeClr val="bg1"/>
                </a:solidFill>
              </a:defRPr>
            </a:lvl1pPr>
          </a:lstStyle>
          <a:p>
            <a:fld id="{417E85E3-F948-40DE-9382-E5C2A37FFD9E}" type="datetime1">
              <a:rPr lang="en-US" smtClean="0"/>
              <a:t>1/7/2020</a:t>
            </a:fld>
            <a:endParaRPr lang="en-US" dirty="0"/>
          </a:p>
        </p:txBody>
      </p:sp>
      <p:sp>
        <p:nvSpPr>
          <p:cNvPr id="20" name="Footer Placeholder 4"/>
          <p:cNvSpPr>
            <a:spLocks noGrp="1"/>
          </p:cNvSpPr>
          <p:nvPr>
            <p:ph type="ftr" sz="quarter" idx="11"/>
          </p:nvPr>
        </p:nvSpPr>
        <p:spPr>
          <a:xfrm>
            <a:off x="3749040" y="7818120"/>
            <a:ext cx="9418320" cy="274320"/>
          </a:xfrm>
        </p:spPr>
        <p:txBody>
          <a:bodyPr/>
          <a:lstStyle>
            <a:lvl1pPr>
              <a:defRPr sz="1000">
                <a:solidFill>
                  <a:schemeClr val="bg1"/>
                </a:solidFill>
              </a:defRPr>
            </a:lvl1pPr>
          </a:lstStyle>
          <a:p>
            <a:endParaRPr lang="en-US" dirty="0"/>
          </a:p>
        </p:txBody>
      </p:sp>
      <p:sp>
        <p:nvSpPr>
          <p:cNvPr id="21" name="Slide Number Placeholder 5"/>
          <p:cNvSpPr>
            <a:spLocks noGrp="1"/>
          </p:cNvSpPr>
          <p:nvPr>
            <p:ph type="sldNum" sz="quarter" idx="12"/>
          </p:nvPr>
        </p:nvSpPr>
        <p:spPr>
          <a:xfrm>
            <a:off x="365760" y="7818120"/>
            <a:ext cx="365760" cy="274320"/>
          </a:xfrm>
        </p:spPr>
        <p:txBody>
          <a:bodyPr/>
          <a:lstStyle>
            <a:lvl1pPr>
              <a:defRPr sz="1000">
                <a:solidFill>
                  <a:schemeClr val="bg1"/>
                </a:solidFill>
              </a:defRPr>
            </a:lvl1pPr>
          </a:lstStyle>
          <a:p>
            <a:fld id="{19A725F3-83D0-4529-A15C-9D644B8C51E0}" type="slidenum">
              <a:rPr lang="en-US" smtClean="0"/>
              <a:pPr/>
              <a:t>‹#›</a:t>
            </a:fld>
            <a:endParaRPr lang="en-US"/>
          </a:p>
        </p:txBody>
      </p:sp>
      <p:cxnSp>
        <p:nvCxnSpPr>
          <p:cNvPr id="22" name="Straight Connector 21"/>
          <p:cNvCxnSpPr/>
          <p:nvPr userDrawn="1"/>
        </p:nvCxnSpPr>
        <p:spPr>
          <a:xfrm rot="5400000">
            <a:off x="623570" y="7954010"/>
            <a:ext cx="274320" cy="25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userDrawn="1"/>
        </p:nvCxnSpPr>
        <p:spPr>
          <a:xfrm rot="5400000">
            <a:off x="1551940" y="7954010"/>
            <a:ext cx="274320" cy="25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userDrawn="1"/>
        </p:nvCxnSpPr>
        <p:spPr>
          <a:xfrm rot="5400000">
            <a:off x="3439160" y="7954010"/>
            <a:ext cx="274320" cy="25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5" name="Footer Placeholder 4"/>
          <p:cNvSpPr txBox="1">
            <a:spLocks/>
          </p:cNvSpPr>
          <p:nvPr userDrawn="1"/>
        </p:nvSpPr>
        <p:spPr>
          <a:xfrm>
            <a:off x="1816100" y="7818120"/>
            <a:ext cx="1657350" cy="274320"/>
          </a:xfrm>
          <a:prstGeom prst="rect">
            <a:avLst/>
          </a:prstGeom>
        </p:spPr>
        <p:txBody>
          <a:bodyPr vert="horz" lIns="0" tIns="0" rIns="0" bIns="0" rtlCol="0" anchor="ctr"/>
          <a:lstStyle>
            <a:lvl1pPr>
              <a:defRPr sz="8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solidFill>
                <a:effectLst/>
                <a:uLnTx/>
                <a:uFillTx/>
                <a:latin typeface="Segoe UI" pitchFamily="34" charset="0"/>
                <a:ea typeface="+mn-ea"/>
                <a:cs typeface="Segoe UI" pitchFamily="34" charset="0"/>
              </a:rPr>
              <a:t>© KPIT Technologies Limited</a:t>
            </a:r>
          </a:p>
        </p:txBody>
      </p:sp>
      <p:sp>
        <p:nvSpPr>
          <p:cNvPr id="26" name="Rectangle 25"/>
          <p:cNvSpPr/>
          <p:nvPr userDrawn="1"/>
        </p:nvSpPr>
        <p:spPr>
          <a:xfrm>
            <a:off x="0" y="7607030"/>
            <a:ext cx="14630400" cy="7392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30622" tIns="65311" rIns="130622" bIns="65311" rtlCol="0" anchor="ctr"/>
          <a:lstStyle/>
          <a:p>
            <a:pPr algn="ctr"/>
            <a:endParaRPr lang="en-US"/>
          </a:p>
        </p:txBody>
      </p:sp>
      <p:pic>
        <p:nvPicPr>
          <p:cNvPr id="27" name="Picture 26" descr="KPIT logo-(RGB).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365782" y="7643997"/>
            <a:ext cx="1278588" cy="585606"/>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2"/>
          <p:cNvSpPr>
            <a:spLocks noGrp="1"/>
          </p:cNvSpPr>
          <p:nvPr>
            <p:ph type="title"/>
          </p:nvPr>
        </p:nvSpPr>
        <p:spPr>
          <a:xfrm>
            <a:off x="644951" y="607124"/>
            <a:ext cx="13340500" cy="683264"/>
          </a:xfrm>
          <a:prstGeom prst="rect">
            <a:avLst/>
          </a:prstGeom>
        </p:spPr>
        <p:txBody>
          <a:bodyPr vert="horz" wrap="square" lIns="91440" tIns="45720" rIns="91440" bIns="45720" rtlCol="0" anchor="t" anchorCtr="0">
            <a:spAutoFit/>
          </a:bodyPr>
          <a:lstStyle/>
          <a:p>
            <a:r>
              <a:rPr lang="en-US"/>
              <a:t>Click to edit Master title style</a:t>
            </a:r>
            <a:endParaRPr lang="en-US" dirty="0"/>
          </a:p>
        </p:txBody>
      </p:sp>
      <p:sp>
        <p:nvSpPr>
          <p:cNvPr id="4" name="Slide Number Placeholder 3"/>
          <p:cNvSpPr>
            <a:spLocks noGrp="1"/>
          </p:cNvSpPr>
          <p:nvPr>
            <p:ph type="sldNum" sz="quarter" idx="4"/>
          </p:nvPr>
        </p:nvSpPr>
        <p:spPr>
          <a:xfrm>
            <a:off x="13427585" y="7593088"/>
            <a:ext cx="557866" cy="285671"/>
          </a:xfrm>
          <a:prstGeom prst="rect">
            <a:avLst/>
          </a:prstGeom>
        </p:spPr>
        <p:txBody>
          <a:bodyPr vert="horz" lIns="91440" tIns="45720" rIns="91440" bIns="45720" rtlCol="0" anchor="ctr"/>
          <a:lstStyle>
            <a:lvl1pPr algn="r">
              <a:defRPr sz="1200">
                <a:solidFill>
                  <a:schemeClr val="accent5"/>
                </a:solidFill>
                <a:latin typeface="Work Sans" panose="00000500000000000000" pitchFamily="2" charset="0"/>
              </a:defRPr>
            </a:lvl1pPr>
          </a:lstStyle>
          <a:p>
            <a:fld id="{19A725F3-83D0-4529-A15C-9D644B8C51E0}" type="slidenum">
              <a:rPr lang="en-US" smtClean="0"/>
              <a:pPr/>
              <a:t>‹#›</a:t>
            </a:fld>
            <a:endParaRPr lang="en-US"/>
          </a:p>
        </p:txBody>
      </p:sp>
      <p:cxnSp>
        <p:nvCxnSpPr>
          <p:cNvPr id="6" name="Straight Connector 5"/>
          <p:cNvCxnSpPr>
            <a:cxnSpLocks/>
          </p:cNvCxnSpPr>
          <p:nvPr/>
        </p:nvCxnSpPr>
        <p:spPr>
          <a:xfrm>
            <a:off x="746761" y="7468001"/>
            <a:ext cx="13117830" cy="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sp>
        <p:nvSpPr>
          <p:cNvPr id="7" name="Footer Placeholder 6"/>
          <p:cNvSpPr>
            <a:spLocks noGrp="1"/>
          </p:cNvSpPr>
          <p:nvPr>
            <p:ph type="ftr" sz="quarter" idx="3"/>
          </p:nvPr>
        </p:nvSpPr>
        <p:spPr>
          <a:xfrm>
            <a:off x="3383280" y="7588457"/>
            <a:ext cx="8631938" cy="294931"/>
          </a:xfrm>
          <a:prstGeom prst="rect">
            <a:avLst/>
          </a:prstGeom>
          <a:noFill/>
          <a:ln w="0">
            <a:noFill/>
          </a:ln>
        </p:spPr>
        <p:txBody>
          <a:bodyPr vert="horz" lIns="91440" tIns="45720" rIns="91440" bIns="45720" rtlCol="0" anchor="ctr"/>
          <a:lstStyle>
            <a:lvl1pPr algn="r">
              <a:defRPr sz="1200">
                <a:solidFill>
                  <a:schemeClr val="tx1">
                    <a:lumMod val="50000"/>
                    <a:lumOff val="50000"/>
                  </a:schemeClr>
                </a:solidFill>
                <a:latin typeface="Work Sans" panose="00000500000000000000" pitchFamily="2" charset="0"/>
              </a:defRPr>
            </a:lvl1pPr>
          </a:lstStyle>
          <a:p>
            <a:endParaRPr lang="en-US" dirty="0"/>
          </a:p>
        </p:txBody>
      </p:sp>
      <p:sp>
        <p:nvSpPr>
          <p:cNvPr id="8" name="Text Placeholder 2">
            <a:extLst>
              <a:ext uri="{FF2B5EF4-FFF2-40B4-BE49-F238E27FC236}">
                <a16:creationId xmlns:a16="http://schemas.microsoft.com/office/drawing/2014/main" id="{97D543A4-DB23-4DCA-833E-17026CDF0F3F}"/>
              </a:ext>
            </a:extLst>
          </p:cNvPr>
          <p:cNvSpPr>
            <a:spLocks noGrp="1"/>
          </p:cNvSpPr>
          <p:nvPr>
            <p:ph type="body" idx="1"/>
          </p:nvPr>
        </p:nvSpPr>
        <p:spPr>
          <a:xfrm>
            <a:off x="641268" y="1653047"/>
            <a:ext cx="13366865" cy="561465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Date Placeholder 3">
            <a:extLst>
              <a:ext uri="{FF2B5EF4-FFF2-40B4-BE49-F238E27FC236}">
                <a16:creationId xmlns:a16="http://schemas.microsoft.com/office/drawing/2014/main" id="{CF716FE4-ACCB-44AB-A7B9-4C13936B52C0}"/>
              </a:ext>
            </a:extLst>
          </p:cNvPr>
          <p:cNvSpPr>
            <a:spLocks noGrp="1"/>
          </p:cNvSpPr>
          <p:nvPr>
            <p:ph type="dt" sz="half" idx="2"/>
          </p:nvPr>
        </p:nvSpPr>
        <p:spPr>
          <a:xfrm flipH="1">
            <a:off x="12260580" y="7593093"/>
            <a:ext cx="1039368" cy="285661"/>
          </a:xfrm>
          <a:prstGeom prst="rect">
            <a:avLst/>
          </a:prstGeom>
        </p:spPr>
        <p:txBody>
          <a:bodyPr vert="horz" lIns="91440" tIns="45720" rIns="91440" bIns="45720" rtlCol="0" anchor="ctr"/>
          <a:lstStyle>
            <a:lvl1pPr algn="r">
              <a:defRPr sz="1200">
                <a:solidFill>
                  <a:schemeClr val="tx1">
                    <a:lumMod val="50000"/>
                    <a:lumOff val="50000"/>
                  </a:schemeClr>
                </a:solidFill>
                <a:latin typeface="Work Sans" panose="00000500000000000000" pitchFamily="2" charset="0"/>
              </a:defRPr>
            </a:lvl1pPr>
          </a:lstStyle>
          <a:p>
            <a:fld id="{5CED9324-B2E2-4A85-9931-40B505EF33D5}" type="datetime1">
              <a:rPr lang="en-US" smtClean="0"/>
              <a:t>1/7/2020</a:t>
            </a:fld>
            <a:endParaRPr lang="en-US"/>
          </a:p>
        </p:txBody>
      </p:sp>
      <p:pic>
        <p:nvPicPr>
          <p:cNvPr id="12" name="Picture 11">
            <a:extLst>
              <a:ext uri="{FF2B5EF4-FFF2-40B4-BE49-F238E27FC236}">
                <a16:creationId xmlns:a16="http://schemas.microsoft.com/office/drawing/2014/main" id="{8E64D412-F064-400C-8012-40BEB9578E7A}"/>
              </a:ext>
            </a:extLst>
          </p:cNvPr>
          <p:cNvPicPr>
            <a:picLocks noChangeAspect="1"/>
          </p:cNvPicPr>
          <p:nvPr/>
        </p:nvPicPr>
        <p:blipFill>
          <a:blip r:embed="rId25" cstate="email">
            <a:extLst>
              <a:ext uri="{28A0092B-C50C-407E-A947-70E740481C1C}">
                <a14:useLocalDpi xmlns:a14="http://schemas.microsoft.com/office/drawing/2010/main"/>
              </a:ext>
            </a:extLst>
          </a:blip>
          <a:stretch>
            <a:fillRect/>
          </a:stretch>
        </p:blipFill>
        <p:spPr>
          <a:xfrm>
            <a:off x="763908" y="7615428"/>
            <a:ext cx="914324" cy="263326"/>
          </a:xfrm>
          <a:prstGeom prst="rect">
            <a:avLst/>
          </a:prstGeom>
        </p:spPr>
      </p:pic>
    </p:spTree>
    <p:extLst>
      <p:ext uri="{BB962C8B-B14F-4D97-AF65-F5344CB8AC3E}">
        <p14:creationId xmlns:p14="http://schemas.microsoft.com/office/powerpoint/2010/main" val="2131031914"/>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 id="2147483686" r:id="rId17"/>
    <p:sldLayoutId id="2147483687" r:id="rId18"/>
    <p:sldLayoutId id="2147483650" r:id="rId19"/>
    <p:sldLayoutId id="2147483651" r:id="rId20"/>
    <p:sldLayoutId id="2147483662" r:id="rId21"/>
    <p:sldLayoutId id="2147483663" r:id="rId22"/>
    <p:sldLayoutId id="2147483661" r:id="rId23"/>
  </p:sldLayoutIdLst>
  <p:hf hdr="0" ftr="0"/>
  <p:txStyles>
    <p:titleStyle>
      <a:lvl1pPr algn="l" defTabSz="1097280" rtl="0" eaLnBrk="1" latinLnBrk="0" hangingPunct="1">
        <a:lnSpc>
          <a:spcPct val="100000"/>
        </a:lnSpc>
        <a:spcBef>
          <a:spcPct val="0"/>
        </a:spcBef>
        <a:buNone/>
        <a:defRPr sz="3840" kern="1200" spc="-24" baseline="0">
          <a:solidFill>
            <a:schemeClr val="tx2"/>
          </a:solidFill>
          <a:latin typeface="+mj-lt"/>
          <a:ea typeface="+mj-ea"/>
          <a:cs typeface="+mj-cs"/>
        </a:defRPr>
      </a:lvl1pPr>
    </p:titleStyle>
    <p:bodyStyle>
      <a:lvl1pPr marL="320040" indent="-320040" algn="l" defTabSz="1097280" rtl="0" eaLnBrk="1" latinLnBrk="0" hangingPunct="1">
        <a:lnSpc>
          <a:spcPct val="117000"/>
        </a:lnSpc>
        <a:spcBef>
          <a:spcPts val="0"/>
        </a:spcBef>
        <a:spcAft>
          <a:spcPts val="720"/>
        </a:spcAft>
        <a:buClr>
          <a:schemeClr val="tx1"/>
        </a:buClr>
        <a:buSzPct val="100000"/>
        <a:buFont typeface="Work Sans" panose="020B0604020202020204" pitchFamily="34" charset="0"/>
        <a:buChar char="•"/>
        <a:defRPr sz="2160" kern="1200">
          <a:solidFill>
            <a:schemeClr val="tx1"/>
          </a:solidFill>
          <a:latin typeface="+mn-lt"/>
          <a:ea typeface="+mn-ea"/>
          <a:cs typeface="+mn-cs"/>
        </a:defRPr>
      </a:lvl1pPr>
      <a:lvl2pPr marL="541020" indent="-220980" algn="l" defTabSz="1097280" rtl="0" eaLnBrk="1" latinLnBrk="0" hangingPunct="1">
        <a:lnSpc>
          <a:spcPct val="117000"/>
        </a:lnSpc>
        <a:spcBef>
          <a:spcPts val="0"/>
        </a:spcBef>
        <a:spcAft>
          <a:spcPts val="720"/>
        </a:spcAft>
        <a:buClr>
          <a:schemeClr val="tx1"/>
        </a:buClr>
        <a:buSzPct val="100000"/>
        <a:buFont typeface="Work Sans" panose="020B0604020202020204" pitchFamily="34" charset="0"/>
        <a:buChar char="•"/>
        <a:defRPr sz="2160" kern="1200">
          <a:solidFill>
            <a:schemeClr val="tx1"/>
          </a:solidFill>
          <a:latin typeface="+mn-lt"/>
          <a:ea typeface="+mn-ea"/>
          <a:cs typeface="+mn-cs"/>
        </a:defRPr>
      </a:lvl2pPr>
      <a:lvl3pPr marL="1371600" indent="-274320" algn="l" defTabSz="1097280" rtl="0" eaLnBrk="1" latinLnBrk="0" hangingPunct="1">
        <a:lnSpc>
          <a:spcPct val="90000"/>
        </a:lnSpc>
        <a:spcBef>
          <a:spcPts val="0"/>
        </a:spcBef>
        <a:spcAft>
          <a:spcPts val="720"/>
        </a:spcAft>
        <a:buClr>
          <a:schemeClr val="tx1"/>
        </a:buClr>
        <a:buFont typeface="Work Sans" panose="020B0604020202020204" pitchFamily="34" charset="0"/>
        <a:buChar char="•"/>
        <a:defRPr sz="2160" kern="1200">
          <a:solidFill>
            <a:schemeClr val="tx1"/>
          </a:solidFill>
          <a:latin typeface="+mn-lt"/>
          <a:ea typeface="+mn-ea"/>
          <a:cs typeface="+mn-cs"/>
        </a:defRPr>
      </a:lvl3pPr>
      <a:lvl4pPr marL="1920240" indent="-274320" algn="l" defTabSz="1097280" rtl="0" eaLnBrk="1" latinLnBrk="0" hangingPunct="1">
        <a:lnSpc>
          <a:spcPct val="90000"/>
        </a:lnSpc>
        <a:spcBef>
          <a:spcPts val="0"/>
        </a:spcBef>
        <a:spcAft>
          <a:spcPts val="720"/>
        </a:spcAft>
        <a:buClr>
          <a:schemeClr val="tx1"/>
        </a:buClr>
        <a:buFont typeface="Work Sans"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0"/>
        </a:spcBef>
        <a:spcAft>
          <a:spcPts val="720"/>
        </a:spcAft>
        <a:buClr>
          <a:schemeClr val="tx1"/>
        </a:buClr>
        <a:buFont typeface="Work Sans"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Work Sans"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Work Sans"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Work Sans"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Work Sans"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6.xml"/><Relationship Id="rId1" Type="http://schemas.openxmlformats.org/officeDocument/2006/relationships/vmlDrawing" Target="../drawings/vmlDrawing1.vml"/><Relationship Id="rId5" Type="http://schemas.openxmlformats.org/officeDocument/2006/relationships/image" Target="../media/image9.wmf"/><Relationship Id="rId4" Type="http://schemas.openxmlformats.org/officeDocument/2006/relationships/oleObject" Target="../embeddings/oleObject1.bin"/></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8" Type="http://schemas.openxmlformats.org/officeDocument/2006/relationships/package" Target="../embeddings/Microsoft_Excel_Worksheet.xlsx"/><Relationship Id="rId13" Type="http://schemas.openxmlformats.org/officeDocument/2006/relationships/image" Target="../media/image14.wmf"/><Relationship Id="rId3" Type="http://schemas.openxmlformats.org/officeDocument/2006/relationships/notesSlide" Target="../notesSlides/notesSlide7.xml"/><Relationship Id="rId7" Type="http://schemas.openxmlformats.org/officeDocument/2006/relationships/image" Target="../media/image11.wmf"/><Relationship Id="rId12" Type="http://schemas.openxmlformats.org/officeDocument/2006/relationships/oleObject" Target="../embeddings/oleObject3.bin"/><Relationship Id="rId2" Type="http://schemas.openxmlformats.org/officeDocument/2006/relationships/slideLayout" Target="../slideLayouts/slideLayout6.xml"/><Relationship Id="rId1" Type="http://schemas.openxmlformats.org/officeDocument/2006/relationships/vmlDrawing" Target="../drawings/vmlDrawing2.vml"/><Relationship Id="rId6" Type="http://schemas.openxmlformats.org/officeDocument/2006/relationships/oleObject" Target="../embeddings/oleObject2.bin"/><Relationship Id="rId11" Type="http://schemas.openxmlformats.org/officeDocument/2006/relationships/image" Target="../media/image13.wmf"/><Relationship Id="rId5" Type="http://schemas.openxmlformats.org/officeDocument/2006/relationships/image" Target="../media/image10.wmf"/><Relationship Id="rId15" Type="http://schemas.openxmlformats.org/officeDocument/2006/relationships/image" Target="../media/image15.wmf"/><Relationship Id="rId10" Type="http://schemas.openxmlformats.org/officeDocument/2006/relationships/package" Target="../embeddings/Microsoft_Excel_Macro-Enabled_Worksheet1.xlsm"/><Relationship Id="rId4" Type="http://schemas.openxmlformats.org/officeDocument/2006/relationships/package" Target="../embeddings/Microsoft_Excel_Macro-Enabled_Worksheet.xlsm"/><Relationship Id="rId9" Type="http://schemas.openxmlformats.org/officeDocument/2006/relationships/image" Target="../media/image12.wmf"/><Relationship Id="rId14" Type="http://schemas.openxmlformats.org/officeDocument/2006/relationships/oleObject" Target="../embeddings/oleObject4.bin"/></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1F737F62-412D-47CE-B0B4-EFCEF9C6FA6C}"/>
              </a:ext>
            </a:extLst>
          </p:cNvPr>
          <p:cNvSpPr>
            <a:spLocks noGrp="1"/>
          </p:cNvSpPr>
          <p:nvPr>
            <p:ph type="body" sz="quarter" idx="16"/>
          </p:nvPr>
        </p:nvSpPr>
        <p:spPr>
          <a:xfrm>
            <a:off x="592531" y="2212250"/>
            <a:ext cx="2151533" cy="433251"/>
          </a:xfrm>
        </p:spPr>
        <p:txBody>
          <a:bodyPr/>
          <a:lstStyle/>
          <a:p>
            <a:r>
              <a:rPr lang="en-US" dirty="0"/>
              <a:t>DD-MM-YY</a:t>
            </a:r>
          </a:p>
        </p:txBody>
      </p:sp>
      <p:sp>
        <p:nvSpPr>
          <p:cNvPr id="8" name="Text Placeholder 7">
            <a:extLst>
              <a:ext uri="{FF2B5EF4-FFF2-40B4-BE49-F238E27FC236}">
                <a16:creationId xmlns:a16="http://schemas.microsoft.com/office/drawing/2014/main" id="{5F07CFD7-C3E9-4525-A715-872B67266FC1}"/>
              </a:ext>
            </a:extLst>
          </p:cNvPr>
          <p:cNvSpPr>
            <a:spLocks noGrp="1"/>
          </p:cNvSpPr>
          <p:nvPr>
            <p:ph type="body" sz="quarter" idx="23"/>
          </p:nvPr>
        </p:nvSpPr>
        <p:spPr/>
        <p:txBody>
          <a:bodyPr>
            <a:normAutofit/>
          </a:bodyPr>
          <a:lstStyle/>
          <a:p>
            <a:r>
              <a:rPr lang="en-US" dirty="0"/>
              <a:t>PEG, KPIT Technologies</a:t>
            </a:r>
          </a:p>
        </p:txBody>
      </p:sp>
      <p:sp>
        <p:nvSpPr>
          <p:cNvPr id="6" name="Title 5">
            <a:extLst>
              <a:ext uri="{FF2B5EF4-FFF2-40B4-BE49-F238E27FC236}">
                <a16:creationId xmlns:a16="http://schemas.microsoft.com/office/drawing/2014/main" id="{7C357EF4-A3AF-4C48-8359-8B4955DE838F}"/>
              </a:ext>
            </a:extLst>
          </p:cNvPr>
          <p:cNvSpPr>
            <a:spLocks noGrp="1"/>
          </p:cNvSpPr>
          <p:nvPr>
            <p:ph type="title"/>
          </p:nvPr>
        </p:nvSpPr>
        <p:spPr>
          <a:xfrm>
            <a:off x="592531" y="2877437"/>
            <a:ext cx="8395682" cy="2185214"/>
          </a:xfrm>
        </p:spPr>
        <p:txBody>
          <a:bodyPr/>
          <a:lstStyle/>
          <a:p>
            <a:r>
              <a:rPr lang="en-US" sz="4000" dirty="0"/>
              <a:t>Basic Software Development </a:t>
            </a:r>
            <a:br>
              <a:rPr lang="en-US" sz="4000" dirty="0"/>
            </a:br>
            <a:r>
              <a:rPr lang="en-US" sz="4000" dirty="0"/>
              <a:t>Process Methodology</a:t>
            </a:r>
            <a:br>
              <a:rPr lang="en-US" sz="4000" dirty="0"/>
            </a:br>
            <a:br>
              <a:rPr lang="en-US" sz="2800" dirty="0"/>
            </a:br>
            <a:r>
              <a:rPr lang="en-US" sz="2800" dirty="0"/>
              <a:t>Unit 6 – M&amp;C Element</a:t>
            </a:r>
          </a:p>
        </p:txBody>
      </p:sp>
    </p:spTree>
    <p:extLst>
      <p:ext uri="{BB962C8B-B14F-4D97-AF65-F5344CB8AC3E}">
        <p14:creationId xmlns:p14="http://schemas.microsoft.com/office/powerpoint/2010/main" val="20207114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580A9-370C-4071-8828-7C09A390036B}"/>
              </a:ext>
            </a:extLst>
          </p:cNvPr>
          <p:cNvSpPr>
            <a:spLocks noGrp="1"/>
          </p:cNvSpPr>
          <p:nvPr>
            <p:ph type="title"/>
          </p:nvPr>
        </p:nvSpPr>
        <p:spPr>
          <a:xfrm>
            <a:off x="644951" y="607124"/>
            <a:ext cx="13340500" cy="683264"/>
          </a:xfrm>
        </p:spPr>
        <p:txBody>
          <a:bodyPr/>
          <a:lstStyle/>
          <a:p>
            <a:r>
              <a:rPr lang="en-US" dirty="0"/>
              <a:t>M&amp;C Element</a:t>
            </a:r>
          </a:p>
        </p:txBody>
      </p:sp>
      <p:sp>
        <p:nvSpPr>
          <p:cNvPr id="8" name="Slide Number Placeholder 7"/>
          <p:cNvSpPr>
            <a:spLocks noGrp="1"/>
          </p:cNvSpPr>
          <p:nvPr>
            <p:ph type="sldNum" sz="quarter" idx="10"/>
          </p:nvPr>
        </p:nvSpPr>
        <p:spPr/>
        <p:txBody>
          <a:bodyPr/>
          <a:lstStyle/>
          <a:p>
            <a:fld id="{19A725F3-83D0-4529-A15C-9D644B8C51E0}" type="slidenum">
              <a:rPr lang="en-US" smtClean="0"/>
              <a:pPr/>
              <a:t>2</a:t>
            </a:fld>
            <a:endParaRPr lang="en-US"/>
          </a:p>
        </p:txBody>
      </p:sp>
      <p:sp>
        <p:nvSpPr>
          <p:cNvPr id="4" name="Date Placeholder 3"/>
          <p:cNvSpPr>
            <a:spLocks noGrp="1"/>
          </p:cNvSpPr>
          <p:nvPr>
            <p:ph type="dt" sz="half" idx="12"/>
          </p:nvPr>
        </p:nvSpPr>
        <p:spPr/>
        <p:txBody>
          <a:bodyPr/>
          <a:lstStyle/>
          <a:p>
            <a:fld id="{9338F63B-B36F-4231-9571-7148A67A28C8}" type="datetime1">
              <a:rPr lang="en-US" smtClean="0"/>
              <a:t>1/7/2020</a:t>
            </a:fld>
            <a:endParaRPr lang="en-US"/>
          </a:p>
        </p:txBody>
      </p:sp>
      <p:sp>
        <p:nvSpPr>
          <p:cNvPr id="3" name="Rectangle 2"/>
          <p:cNvSpPr/>
          <p:nvPr/>
        </p:nvSpPr>
        <p:spPr>
          <a:xfrm>
            <a:off x="914400" y="1774895"/>
            <a:ext cx="7315200" cy="830997"/>
          </a:xfrm>
          <a:prstGeom prst="rect">
            <a:avLst/>
          </a:prstGeom>
        </p:spPr>
        <p:txBody>
          <a:bodyPr>
            <a:spAutoFit/>
          </a:bodyPr>
          <a:lstStyle/>
          <a:p>
            <a:r>
              <a:rPr lang="en-US" altLang="en-US" sz="2400" dirty="0">
                <a:latin typeface="+mj-lt"/>
              </a:rPr>
              <a:t>The goal of this unit is to  </a:t>
            </a:r>
            <a:r>
              <a:rPr lang="en-US" altLang="en-US" sz="2400" u="sng" dirty="0">
                <a:latin typeface="+mj-lt"/>
              </a:rPr>
              <a:t>familiarize</a:t>
            </a:r>
            <a:r>
              <a:rPr lang="en-US" altLang="en-US" sz="2400" dirty="0">
                <a:latin typeface="+mj-lt"/>
              </a:rPr>
              <a:t> the student with the </a:t>
            </a:r>
            <a:r>
              <a:rPr lang="en-US" altLang="en-US" sz="2400" u="sng" dirty="0">
                <a:latin typeface="+mj-lt"/>
              </a:rPr>
              <a:t>Control Reports </a:t>
            </a:r>
            <a:r>
              <a:rPr lang="en-US" altLang="en-US" sz="2400" dirty="0">
                <a:latin typeface="+mj-lt"/>
              </a:rPr>
              <a:t>of the </a:t>
            </a:r>
            <a:r>
              <a:rPr lang="en-US" altLang="en-US" sz="2400" dirty="0" err="1">
                <a:latin typeface="+mj-lt"/>
              </a:rPr>
              <a:t>KPIT</a:t>
            </a:r>
            <a:r>
              <a:rPr lang="en-US" altLang="en-US" sz="2400" dirty="0">
                <a:latin typeface="+mj-lt"/>
              </a:rPr>
              <a:t> </a:t>
            </a:r>
            <a:r>
              <a:rPr lang="en-US" altLang="en-US" sz="2400" dirty="0" err="1">
                <a:latin typeface="+mj-lt"/>
              </a:rPr>
              <a:t>SDPM</a:t>
            </a:r>
            <a:r>
              <a:rPr lang="en-US" altLang="en-US" sz="2400" dirty="0">
                <a:latin typeface="+mj-lt"/>
              </a:rPr>
              <a:t>.</a:t>
            </a:r>
          </a:p>
        </p:txBody>
      </p:sp>
      <p:graphicFrame>
        <p:nvGraphicFramePr>
          <p:cNvPr id="97" name="Object 4">
            <a:hlinkClick r:id="" action="ppaction://ole?verb=0"/>
          </p:cNvPr>
          <p:cNvGraphicFramePr>
            <a:graphicFrameLocks/>
          </p:cNvGraphicFramePr>
          <p:nvPr>
            <p:extLst>
              <p:ext uri="{D42A27DB-BD31-4B8C-83A1-F6EECF244321}">
                <p14:modId xmlns:p14="http://schemas.microsoft.com/office/powerpoint/2010/main" val="3654530759"/>
              </p:ext>
            </p:extLst>
          </p:nvPr>
        </p:nvGraphicFramePr>
        <p:xfrm>
          <a:off x="8229600" y="1774895"/>
          <a:ext cx="5523722" cy="4532599"/>
        </p:xfrm>
        <a:graphic>
          <a:graphicData uri="http://schemas.openxmlformats.org/presentationml/2006/ole">
            <mc:AlternateContent xmlns:mc="http://schemas.openxmlformats.org/markup-compatibility/2006">
              <mc:Choice xmlns:v="urn:schemas-microsoft-com:vml" Requires="v">
                <p:oleObj spid="_x0000_s26663" name="Clip" r:id="rId4" imgW="3503520" imgH="3068280" progId="MS_ClipArt_Gallery.5">
                  <p:embed/>
                </p:oleObj>
              </mc:Choice>
              <mc:Fallback>
                <p:oleObj name="Clip" r:id="rId4" imgW="3503520" imgH="3068280" progId="MS_ClipArt_Gallery.5">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29600" y="1774895"/>
                        <a:ext cx="5523722" cy="4532599"/>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5226812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7BC19-028E-47E3-990B-D0A4C15BFCD9}"/>
              </a:ext>
            </a:extLst>
          </p:cNvPr>
          <p:cNvSpPr>
            <a:spLocks noGrp="1"/>
          </p:cNvSpPr>
          <p:nvPr>
            <p:ph type="title"/>
          </p:nvPr>
        </p:nvSpPr>
        <p:spPr>
          <a:xfrm>
            <a:off x="644951" y="607124"/>
            <a:ext cx="13340500" cy="707886"/>
          </a:xfrm>
        </p:spPr>
        <p:txBody>
          <a:bodyPr/>
          <a:lstStyle/>
          <a:p>
            <a:r>
              <a:rPr lang="en-US" altLang="en-US" sz="4000" dirty="0"/>
              <a:t>SDP Architecture</a:t>
            </a:r>
            <a:endParaRPr lang="en-US" dirty="0"/>
          </a:p>
        </p:txBody>
      </p:sp>
      <p:sp>
        <p:nvSpPr>
          <p:cNvPr id="8" name="Slide Number Placeholder 7"/>
          <p:cNvSpPr>
            <a:spLocks noGrp="1"/>
          </p:cNvSpPr>
          <p:nvPr>
            <p:ph type="sldNum" sz="quarter" idx="10"/>
          </p:nvPr>
        </p:nvSpPr>
        <p:spPr/>
        <p:txBody>
          <a:bodyPr/>
          <a:lstStyle/>
          <a:p>
            <a:fld id="{19A725F3-83D0-4529-A15C-9D644B8C51E0}" type="slidenum">
              <a:rPr lang="en-US" smtClean="0"/>
              <a:pPr/>
              <a:t>3</a:t>
            </a:fld>
            <a:endParaRPr lang="en-US"/>
          </a:p>
        </p:txBody>
      </p:sp>
      <p:sp>
        <p:nvSpPr>
          <p:cNvPr id="4" name="Date Placeholder 3"/>
          <p:cNvSpPr>
            <a:spLocks noGrp="1"/>
          </p:cNvSpPr>
          <p:nvPr>
            <p:ph type="dt" sz="half" idx="12"/>
          </p:nvPr>
        </p:nvSpPr>
        <p:spPr/>
        <p:txBody>
          <a:bodyPr/>
          <a:lstStyle/>
          <a:p>
            <a:fld id="{E3860E1E-9D0D-40F3-AF76-1FA98F5EF03B}" type="datetime1">
              <a:rPr lang="en-US" smtClean="0"/>
              <a:t>1/7/2020</a:t>
            </a:fld>
            <a:endParaRPr lang="en-US"/>
          </a:p>
        </p:txBody>
      </p:sp>
      <p:grpSp>
        <p:nvGrpSpPr>
          <p:cNvPr id="7" name="Group 205"/>
          <p:cNvGrpSpPr>
            <a:grpSpLocks/>
          </p:cNvGrpSpPr>
          <p:nvPr/>
        </p:nvGrpSpPr>
        <p:grpSpPr bwMode="auto">
          <a:xfrm>
            <a:off x="920750" y="1752600"/>
            <a:ext cx="12795250" cy="5200650"/>
            <a:chOff x="580" y="1104"/>
            <a:chExt cx="5036" cy="2640"/>
          </a:xfrm>
        </p:grpSpPr>
        <p:grpSp>
          <p:nvGrpSpPr>
            <p:cNvPr id="10" name="Group 17"/>
            <p:cNvGrpSpPr>
              <a:grpSpLocks/>
            </p:cNvGrpSpPr>
            <p:nvPr/>
          </p:nvGrpSpPr>
          <p:grpSpPr bwMode="auto">
            <a:xfrm>
              <a:off x="724" y="1108"/>
              <a:ext cx="1048" cy="668"/>
              <a:chOff x="724" y="1108"/>
              <a:chExt cx="1048" cy="668"/>
            </a:xfrm>
          </p:grpSpPr>
          <p:sp>
            <p:nvSpPr>
              <p:cNvPr id="198" name="Oval 3"/>
              <p:cNvSpPr>
                <a:spLocks noChangeArrowheads="1"/>
              </p:cNvSpPr>
              <p:nvPr/>
            </p:nvSpPr>
            <p:spPr bwMode="auto">
              <a:xfrm>
                <a:off x="724" y="1540"/>
                <a:ext cx="184" cy="184"/>
              </a:xfrm>
              <a:prstGeom prst="ellipse">
                <a:avLst/>
              </a:prstGeom>
              <a:solidFill>
                <a:schemeClr val="accent1"/>
              </a:solidFill>
              <a:ln w="12700">
                <a:solidFill>
                  <a:schemeClr val="tx1"/>
                </a:solidFill>
                <a:round/>
                <a:headEnd/>
                <a:tailEnd/>
              </a:ln>
            </p:spPr>
            <p:txBody>
              <a:bodyPr wrap="none" anchor="ct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latin typeface="Trebuchet MS" panose="020B0603020202020204" pitchFamily="34" charset="0"/>
                </a:endParaRPr>
              </a:p>
            </p:txBody>
          </p:sp>
          <p:sp>
            <p:nvSpPr>
              <p:cNvPr id="199" name="Rectangle 4"/>
              <p:cNvSpPr>
                <a:spLocks noChangeArrowheads="1"/>
              </p:cNvSpPr>
              <p:nvPr/>
            </p:nvSpPr>
            <p:spPr bwMode="auto">
              <a:xfrm>
                <a:off x="1060" y="1588"/>
                <a:ext cx="280" cy="136"/>
              </a:xfrm>
              <a:prstGeom prst="rect">
                <a:avLst/>
              </a:prstGeom>
              <a:solidFill>
                <a:schemeClr val="accent1"/>
              </a:solidFill>
              <a:ln w="12700">
                <a:solidFill>
                  <a:schemeClr val="tx1"/>
                </a:solidFill>
                <a:miter lim="800000"/>
                <a:headEnd/>
                <a:tailEnd/>
              </a:ln>
            </p:spPr>
            <p:txBody>
              <a:bodyPr wrap="none" anchor="ct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latin typeface="Trebuchet MS" panose="020B0603020202020204" pitchFamily="34" charset="0"/>
                </a:endParaRPr>
              </a:p>
            </p:txBody>
          </p:sp>
          <p:sp>
            <p:nvSpPr>
              <p:cNvPr id="200" name="Rectangle 5"/>
              <p:cNvSpPr>
                <a:spLocks noChangeArrowheads="1"/>
              </p:cNvSpPr>
              <p:nvPr/>
            </p:nvSpPr>
            <p:spPr bwMode="auto">
              <a:xfrm>
                <a:off x="1492" y="1588"/>
                <a:ext cx="280" cy="136"/>
              </a:xfrm>
              <a:prstGeom prst="rect">
                <a:avLst/>
              </a:prstGeom>
              <a:solidFill>
                <a:schemeClr val="accent1"/>
              </a:solidFill>
              <a:ln w="12700">
                <a:solidFill>
                  <a:schemeClr val="tx1"/>
                </a:solidFill>
                <a:miter lim="800000"/>
                <a:headEnd/>
                <a:tailEnd/>
              </a:ln>
            </p:spPr>
            <p:txBody>
              <a:bodyPr wrap="none" anchor="ct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latin typeface="Trebuchet MS" panose="020B0603020202020204" pitchFamily="34" charset="0"/>
                </a:endParaRPr>
              </a:p>
            </p:txBody>
          </p:sp>
          <p:sp>
            <p:nvSpPr>
              <p:cNvPr id="201" name="Oval 6"/>
              <p:cNvSpPr>
                <a:spLocks noChangeArrowheads="1"/>
              </p:cNvSpPr>
              <p:nvPr/>
            </p:nvSpPr>
            <p:spPr bwMode="auto">
              <a:xfrm>
                <a:off x="1540" y="1444"/>
                <a:ext cx="184" cy="184"/>
              </a:xfrm>
              <a:prstGeom prst="ellipse">
                <a:avLst/>
              </a:prstGeom>
              <a:solidFill>
                <a:schemeClr val="accent1"/>
              </a:solidFill>
              <a:ln w="12700">
                <a:solidFill>
                  <a:schemeClr val="tx1"/>
                </a:solidFill>
                <a:round/>
                <a:headEnd/>
                <a:tailEnd/>
              </a:ln>
            </p:spPr>
            <p:txBody>
              <a:bodyPr wrap="none" anchor="ct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latin typeface="Trebuchet MS" panose="020B0603020202020204" pitchFamily="34" charset="0"/>
                </a:endParaRPr>
              </a:p>
            </p:txBody>
          </p:sp>
          <p:sp>
            <p:nvSpPr>
              <p:cNvPr id="202" name="Line 7"/>
              <p:cNvSpPr>
                <a:spLocks noChangeShapeType="1"/>
              </p:cNvSpPr>
              <p:nvPr/>
            </p:nvSpPr>
            <p:spPr bwMode="auto">
              <a:xfrm flipH="1">
                <a:off x="912" y="1632"/>
                <a:ext cx="14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3" name="Line 8"/>
              <p:cNvSpPr>
                <a:spLocks noChangeShapeType="1"/>
              </p:cNvSpPr>
              <p:nvPr/>
            </p:nvSpPr>
            <p:spPr bwMode="auto">
              <a:xfrm flipH="1">
                <a:off x="912" y="1680"/>
                <a:ext cx="14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4" name="Oval 9"/>
              <p:cNvSpPr>
                <a:spLocks noChangeArrowheads="1"/>
              </p:cNvSpPr>
              <p:nvPr/>
            </p:nvSpPr>
            <p:spPr bwMode="auto">
              <a:xfrm>
                <a:off x="1108" y="1108"/>
                <a:ext cx="185" cy="184"/>
              </a:xfrm>
              <a:prstGeom prst="ellipse">
                <a:avLst/>
              </a:prstGeom>
              <a:solidFill>
                <a:schemeClr val="accent1"/>
              </a:solidFill>
              <a:ln w="12700">
                <a:solidFill>
                  <a:schemeClr val="tx1"/>
                </a:solidFill>
                <a:round/>
                <a:headEnd/>
                <a:tailEnd/>
              </a:ln>
            </p:spPr>
            <p:txBody>
              <a:bodyPr wrap="none" anchor="ct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latin typeface="Trebuchet MS" panose="020B0603020202020204" pitchFamily="34" charset="0"/>
                </a:endParaRPr>
              </a:p>
            </p:txBody>
          </p:sp>
          <p:sp>
            <p:nvSpPr>
              <p:cNvPr id="205" name="Line 10"/>
              <p:cNvSpPr>
                <a:spLocks noChangeShapeType="1"/>
              </p:cNvSpPr>
              <p:nvPr/>
            </p:nvSpPr>
            <p:spPr bwMode="auto">
              <a:xfrm>
                <a:off x="1344" y="1632"/>
                <a:ext cx="14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6" name="Line 11"/>
              <p:cNvSpPr>
                <a:spLocks noChangeShapeType="1"/>
              </p:cNvSpPr>
              <p:nvPr/>
            </p:nvSpPr>
            <p:spPr bwMode="auto">
              <a:xfrm>
                <a:off x="816" y="1776"/>
                <a:ext cx="8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7" name="Line 12"/>
              <p:cNvSpPr>
                <a:spLocks noChangeShapeType="1"/>
              </p:cNvSpPr>
              <p:nvPr/>
            </p:nvSpPr>
            <p:spPr bwMode="auto">
              <a:xfrm flipV="1">
                <a:off x="816" y="1728"/>
                <a:ext cx="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8" name="Line 13"/>
              <p:cNvSpPr>
                <a:spLocks noChangeShapeType="1"/>
              </p:cNvSpPr>
              <p:nvPr/>
            </p:nvSpPr>
            <p:spPr bwMode="auto">
              <a:xfrm flipV="1">
                <a:off x="1632" y="1728"/>
                <a:ext cx="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9" name="Line 14"/>
              <p:cNvSpPr>
                <a:spLocks noChangeShapeType="1"/>
              </p:cNvSpPr>
              <p:nvPr/>
            </p:nvSpPr>
            <p:spPr bwMode="auto">
              <a:xfrm>
                <a:off x="1200" y="1296"/>
                <a:ext cx="0" cy="288"/>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10" name="Line 15"/>
              <p:cNvSpPr>
                <a:spLocks noChangeShapeType="1"/>
              </p:cNvSpPr>
              <p:nvPr/>
            </p:nvSpPr>
            <p:spPr bwMode="auto">
              <a:xfrm flipH="1">
                <a:off x="864" y="1296"/>
                <a:ext cx="240" cy="288"/>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11" name="Line 16"/>
              <p:cNvSpPr>
                <a:spLocks noChangeShapeType="1"/>
              </p:cNvSpPr>
              <p:nvPr/>
            </p:nvSpPr>
            <p:spPr bwMode="auto">
              <a:xfrm>
                <a:off x="1297" y="1248"/>
                <a:ext cx="287" cy="24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1" name="Group 32"/>
            <p:cNvGrpSpPr>
              <a:grpSpLocks/>
            </p:cNvGrpSpPr>
            <p:nvPr/>
          </p:nvGrpSpPr>
          <p:grpSpPr bwMode="auto">
            <a:xfrm>
              <a:off x="1972" y="1108"/>
              <a:ext cx="1048" cy="668"/>
              <a:chOff x="1972" y="1108"/>
              <a:chExt cx="1048" cy="668"/>
            </a:xfrm>
          </p:grpSpPr>
          <p:sp>
            <p:nvSpPr>
              <p:cNvPr id="184" name="Oval 18"/>
              <p:cNvSpPr>
                <a:spLocks noChangeArrowheads="1"/>
              </p:cNvSpPr>
              <p:nvPr/>
            </p:nvSpPr>
            <p:spPr bwMode="auto">
              <a:xfrm>
                <a:off x="1972" y="1540"/>
                <a:ext cx="184" cy="184"/>
              </a:xfrm>
              <a:prstGeom prst="ellipse">
                <a:avLst/>
              </a:prstGeom>
              <a:solidFill>
                <a:schemeClr val="accent1"/>
              </a:solidFill>
              <a:ln w="12700">
                <a:solidFill>
                  <a:schemeClr val="tx1"/>
                </a:solidFill>
                <a:round/>
                <a:headEnd/>
                <a:tailEnd/>
              </a:ln>
            </p:spPr>
            <p:txBody>
              <a:bodyPr wrap="none" anchor="ct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latin typeface="Trebuchet MS" panose="020B0603020202020204" pitchFamily="34" charset="0"/>
                </a:endParaRPr>
              </a:p>
            </p:txBody>
          </p:sp>
          <p:sp>
            <p:nvSpPr>
              <p:cNvPr id="185" name="Rectangle 19"/>
              <p:cNvSpPr>
                <a:spLocks noChangeArrowheads="1"/>
              </p:cNvSpPr>
              <p:nvPr/>
            </p:nvSpPr>
            <p:spPr bwMode="auto">
              <a:xfrm>
                <a:off x="2308" y="1588"/>
                <a:ext cx="280" cy="136"/>
              </a:xfrm>
              <a:prstGeom prst="rect">
                <a:avLst/>
              </a:prstGeom>
              <a:solidFill>
                <a:schemeClr val="accent1"/>
              </a:solidFill>
              <a:ln w="12700">
                <a:solidFill>
                  <a:schemeClr val="tx1"/>
                </a:solidFill>
                <a:miter lim="800000"/>
                <a:headEnd/>
                <a:tailEnd/>
              </a:ln>
            </p:spPr>
            <p:txBody>
              <a:bodyPr wrap="none" anchor="ct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latin typeface="Trebuchet MS" panose="020B0603020202020204" pitchFamily="34" charset="0"/>
                </a:endParaRPr>
              </a:p>
            </p:txBody>
          </p:sp>
          <p:sp>
            <p:nvSpPr>
              <p:cNvPr id="186" name="Rectangle 20"/>
              <p:cNvSpPr>
                <a:spLocks noChangeArrowheads="1"/>
              </p:cNvSpPr>
              <p:nvPr/>
            </p:nvSpPr>
            <p:spPr bwMode="auto">
              <a:xfrm>
                <a:off x="2740" y="1588"/>
                <a:ext cx="280" cy="136"/>
              </a:xfrm>
              <a:prstGeom prst="rect">
                <a:avLst/>
              </a:prstGeom>
              <a:solidFill>
                <a:schemeClr val="accent1"/>
              </a:solidFill>
              <a:ln w="12700">
                <a:solidFill>
                  <a:schemeClr val="tx1"/>
                </a:solidFill>
                <a:miter lim="800000"/>
                <a:headEnd/>
                <a:tailEnd/>
              </a:ln>
            </p:spPr>
            <p:txBody>
              <a:bodyPr wrap="none" anchor="ct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latin typeface="Trebuchet MS" panose="020B0603020202020204" pitchFamily="34" charset="0"/>
                </a:endParaRPr>
              </a:p>
            </p:txBody>
          </p:sp>
          <p:sp>
            <p:nvSpPr>
              <p:cNvPr id="187" name="Oval 21"/>
              <p:cNvSpPr>
                <a:spLocks noChangeArrowheads="1"/>
              </p:cNvSpPr>
              <p:nvPr/>
            </p:nvSpPr>
            <p:spPr bwMode="auto">
              <a:xfrm>
                <a:off x="2788" y="1444"/>
                <a:ext cx="184" cy="184"/>
              </a:xfrm>
              <a:prstGeom prst="ellipse">
                <a:avLst/>
              </a:prstGeom>
              <a:solidFill>
                <a:schemeClr val="accent1"/>
              </a:solidFill>
              <a:ln w="12700">
                <a:solidFill>
                  <a:schemeClr val="tx1"/>
                </a:solidFill>
                <a:round/>
                <a:headEnd/>
                <a:tailEnd/>
              </a:ln>
            </p:spPr>
            <p:txBody>
              <a:bodyPr wrap="none" anchor="ct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latin typeface="Trebuchet MS" panose="020B0603020202020204" pitchFamily="34" charset="0"/>
                </a:endParaRPr>
              </a:p>
            </p:txBody>
          </p:sp>
          <p:sp>
            <p:nvSpPr>
              <p:cNvPr id="188" name="Line 22"/>
              <p:cNvSpPr>
                <a:spLocks noChangeShapeType="1"/>
              </p:cNvSpPr>
              <p:nvPr/>
            </p:nvSpPr>
            <p:spPr bwMode="auto">
              <a:xfrm flipH="1">
                <a:off x="2160" y="1632"/>
                <a:ext cx="14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9" name="Line 23"/>
              <p:cNvSpPr>
                <a:spLocks noChangeShapeType="1"/>
              </p:cNvSpPr>
              <p:nvPr/>
            </p:nvSpPr>
            <p:spPr bwMode="auto">
              <a:xfrm flipH="1">
                <a:off x="2160" y="1680"/>
                <a:ext cx="14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0" name="Oval 24"/>
              <p:cNvSpPr>
                <a:spLocks noChangeArrowheads="1"/>
              </p:cNvSpPr>
              <p:nvPr/>
            </p:nvSpPr>
            <p:spPr bwMode="auto">
              <a:xfrm>
                <a:off x="2356" y="1108"/>
                <a:ext cx="185" cy="184"/>
              </a:xfrm>
              <a:prstGeom prst="ellipse">
                <a:avLst/>
              </a:prstGeom>
              <a:solidFill>
                <a:schemeClr val="accent1"/>
              </a:solidFill>
              <a:ln w="12700">
                <a:solidFill>
                  <a:schemeClr val="tx1"/>
                </a:solidFill>
                <a:round/>
                <a:headEnd/>
                <a:tailEnd/>
              </a:ln>
            </p:spPr>
            <p:txBody>
              <a:bodyPr wrap="none" anchor="ct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latin typeface="Trebuchet MS" panose="020B0603020202020204" pitchFamily="34" charset="0"/>
                </a:endParaRPr>
              </a:p>
            </p:txBody>
          </p:sp>
          <p:sp>
            <p:nvSpPr>
              <p:cNvPr id="191" name="Line 25"/>
              <p:cNvSpPr>
                <a:spLocks noChangeShapeType="1"/>
              </p:cNvSpPr>
              <p:nvPr/>
            </p:nvSpPr>
            <p:spPr bwMode="auto">
              <a:xfrm>
                <a:off x="2592" y="1632"/>
                <a:ext cx="14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2" name="Line 26"/>
              <p:cNvSpPr>
                <a:spLocks noChangeShapeType="1"/>
              </p:cNvSpPr>
              <p:nvPr/>
            </p:nvSpPr>
            <p:spPr bwMode="auto">
              <a:xfrm>
                <a:off x="2064" y="1776"/>
                <a:ext cx="8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3" name="Line 27"/>
              <p:cNvSpPr>
                <a:spLocks noChangeShapeType="1"/>
              </p:cNvSpPr>
              <p:nvPr/>
            </p:nvSpPr>
            <p:spPr bwMode="auto">
              <a:xfrm flipV="1">
                <a:off x="2064" y="1728"/>
                <a:ext cx="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 name="Line 28"/>
              <p:cNvSpPr>
                <a:spLocks noChangeShapeType="1"/>
              </p:cNvSpPr>
              <p:nvPr/>
            </p:nvSpPr>
            <p:spPr bwMode="auto">
              <a:xfrm flipV="1">
                <a:off x="2880" y="1728"/>
                <a:ext cx="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 name="Line 29"/>
              <p:cNvSpPr>
                <a:spLocks noChangeShapeType="1"/>
              </p:cNvSpPr>
              <p:nvPr/>
            </p:nvSpPr>
            <p:spPr bwMode="auto">
              <a:xfrm>
                <a:off x="2448" y="1296"/>
                <a:ext cx="0" cy="288"/>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196" name="Line 30"/>
              <p:cNvSpPr>
                <a:spLocks noChangeShapeType="1"/>
              </p:cNvSpPr>
              <p:nvPr/>
            </p:nvSpPr>
            <p:spPr bwMode="auto">
              <a:xfrm flipH="1">
                <a:off x="2112" y="1296"/>
                <a:ext cx="240" cy="288"/>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197" name="Line 31"/>
              <p:cNvSpPr>
                <a:spLocks noChangeShapeType="1"/>
              </p:cNvSpPr>
              <p:nvPr/>
            </p:nvSpPr>
            <p:spPr bwMode="auto">
              <a:xfrm>
                <a:off x="2545" y="1248"/>
                <a:ext cx="287" cy="24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2" name="Group 47"/>
            <p:cNvGrpSpPr>
              <a:grpSpLocks/>
            </p:cNvGrpSpPr>
            <p:nvPr/>
          </p:nvGrpSpPr>
          <p:grpSpPr bwMode="auto">
            <a:xfrm>
              <a:off x="3220" y="1108"/>
              <a:ext cx="1048" cy="668"/>
              <a:chOff x="3220" y="1108"/>
              <a:chExt cx="1048" cy="668"/>
            </a:xfrm>
          </p:grpSpPr>
          <p:sp>
            <p:nvSpPr>
              <p:cNvPr id="170" name="Oval 33"/>
              <p:cNvSpPr>
                <a:spLocks noChangeArrowheads="1"/>
              </p:cNvSpPr>
              <p:nvPr/>
            </p:nvSpPr>
            <p:spPr bwMode="auto">
              <a:xfrm>
                <a:off x="3220" y="1540"/>
                <a:ext cx="184" cy="184"/>
              </a:xfrm>
              <a:prstGeom prst="ellipse">
                <a:avLst/>
              </a:prstGeom>
              <a:solidFill>
                <a:schemeClr val="accent1"/>
              </a:solidFill>
              <a:ln w="12700">
                <a:solidFill>
                  <a:schemeClr val="tx1"/>
                </a:solidFill>
                <a:round/>
                <a:headEnd/>
                <a:tailEnd/>
              </a:ln>
            </p:spPr>
            <p:txBody>
              <a:bodyPr wrap="none" anchor="ct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latin typeface="Trebuchet MS" panose="020B0603020202020204" pitchFamily="34" charset="0"/>
                </a:endParaRPr>
              </a:p>
            </p:txBody>
          </p:sp>
          <p:sp>
            <p:nvSpPr>
              <p:cNvPr id="171" name="Rectangle 34"/>
              <p:cNvSpPr>
                <a:spLocks noChangeArrowheads="1"/>
              </p:cNvSpPr>
              <p:nvPr/>
            </p:nvSpPr>
            <p:spPr bwMode="auto">
              <a:xfrm>
                <a:off x="3556" y="1588"/>
                <a:ext cx="280" cy="136"/>
              </a:xfrm>
              <a:prstGeom prst="rect">
                <a:avLst/>
              </a:prstGeom>
              <a:solidFill>
                <a:schemeClr val="accent1"/>
              </a:solidFill>
              <a:ln w="12700">
                <a:solidFill>
                  <a:schemeClr val="tx1"/>
                </a:solidFill>
                <a:miter lim="800000"/>
                <a:headEnd/>
                <a:tailEnd/>
              </a:ln>
            </p:spPr>
            <p:txBody>
              <a:bodyPr wrap="none" anchor="ct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latin typeface="Trebuchet MS" panose="020B0603020202020204" pitchFamily="34" charset="0"/>
                </a:endParaRPr>
              </a:p>
            </p:txBody>
          </p:sp>
          <p:sp>
            <p:nvSpPr>
              <p:cNvPr id="172" name="Rectangle 35"/>
              <p:cNvSpPr>
                <a:spLocks noChangeArrowheads="1"/>
              </p:cNvSpPr>
              <p:nvPr/>
            </p:nvSpPr>
            <p:spPr bwMode="auto">
              <a:xfrm>
                <a:off x="3988" y="1588"/>
                <a:ext cx="280" cy="136"/>
              </a:xfrm>
              <a:prstGeom prst="rect">
                <a:avLst/>
              </a:prstGeom>
              <a:solidFill>
                <a:schemeClr val="accent1"/>
              </a:solidFill>
              <a:ln w="12700">
                <a:solidFill>
                  <a:schemeClr val="tx1"/>
                </a:solidFill>
                <a:miter lim="800000"/>
                <a:headEnd/>
                <a:tailEnd/>
              </a:ln>
            </p:spPr>
            <p:txBody>
              <a:bodyPr wrap="none" anchor="ct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latin typeface="Trebuchet MS" panose="020B0603020202020204" pitchFamily="34" charset="0"/>
                </a:endParaRPr>
              </a:p>
            </p:txBody>
          </p:sp>
          <p:sp>
            <p:nvSpPr>
              <p:cNvPr id="173" name="Oval 36"/>
              <p:cNvSpPr>
                <a:spLocks noChangeArrowheads="1"/>
              </p:cNvSpPr>
              <p:nvPr/>
            </p:nvSpPr>
            <p:spPr bwMode="auto">
              <a:xfrm>
                <a:off x="4036" y="1444"/>
                <a:ext cx="184" cy="184"/>
              </a:xfrm>
              <a:prstGeom prst="ellipse">
                <a:avLst/>
              </a:prstGeom>
              <a:solidFill>
                <a:schemeClr val="accent1"/>
              </a:solidFill>
              <a:ln w="12700">
                <a:solidFill>
                  <a:schemeClr val="tx1"/>
                </a:solidFill>
                <a:round/>
                <a:headEnd/>
                <a:tailEnd/>
              </a:ln>
            </p:spPr>
            <p:txBody>
              <a:bodyPr wrap="none" anchor="ct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latin typeface="Trebuchet MS" panose="020B0603020202020204" pitchFamily="34" charset="0"/>
                </a:endParaRPr>
              </a:p>
            </p:txBody>
          </p:sp>
          <p:sp>
            <p:nvSpPr>
              <p:cNvPr id="174" name="Line 37"/>
              <p:cNvSpPr>
                <a:spLocks noChangeShapeType="1"/>
              </p:cNvSpPr>
              <p:nvPr/>
            </p:nvSpPr>
            <p:spPr bwMode="auto">
              <a:xfrm flipH="1">
                <a:off x="3408" y="1632"/>
                <a:ext cx="14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5" name="Line 38"/>
              <p:cNvSpPr>
                <a:spLocks noChangeShapeType="1"/>
              </p:cNvSpPr>
              <p:nvPr/>
            </p:nvSpPr>
            <p:spPr bwMode="auto">
              <a:xfrm flipH="1">
                <a:off x="3408" y="1680"/>
                <a:ext cx="14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6" name="Oval 39"/>
              <p:cNvSpPr>
                <a:spLocks noChangeArrowheads="1"/>
              </p:cNvSpPr>
              <p:nvPr/>
            </p:nvSpPr>
            <p:spPr bwMode="auto">
              <a:xfrm>
                <a:off x="3604" y="1108"/>
                <a:ext cx="185" cy="184"/>
              </a:xfrm>
              <a:prstGeom prst="ellipse">
                <a:avLst/>
              </a:prstGeom>
              <a:solidFill>
                <a:schemeClr val="accent1"/>
              </a:solidFill>
              <a:ln w="12700">
                <a:solidFill>
                  <a:schemeClr val="tx1"/>
                </a:solidFill>
                <a:round/>
                <a:headEnd/>
                <a:tailEnd/>
              </a:ln>
            </p:spPr>
            <p:txBody>
              <a:bodyPr wrap="none" anchor="ct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latin typeface="Trebuchet MS" panose="020B0603020202020204" pitchFamily="34" charset="0"/>
                </a:endParaRPr>
              </a:p>
            </p:txBody>
          </p:sp>
          <p:sp>
            <p:nvSpPr>
              <p:cNvPr id="177" name="Line 40"/>
              <p:cNvSpPr>
                <a:spLocks noChangeShapeType="1"/>
              </p:cNvSpPr>
              <p:nvPr/>
            </p:nvSpPr>
            <p:spPr bwMode="auto">
              <a:xfrm>
                <a:off x="3840" y="1632"/>
                <a:ext cx="14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8" name="Line 41"/>
              <p:cNvSpPr>
                <a:spLocks noChangeShapeType="1"/>
              </p:cNvSpPr>
              <p:nvPr/>
            </p:nvSpPr>
            <p:spPr bwMode="auto">
              <a:xfrm>
                <a:off x="3312" y="1776"/>
                <a:ext cx="8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9" name="Line 42"/>
              <p:cNvSpPr>
                <a:spLocks noChangeShapeType="1"/>
              </p:cNvSpPr>
              <p:nvPr/>
            </p:nvSpPr>
            <p:spPr bwMode="auto">
              <a:xfrm flipV="1">
                <a:off x="3312" y="1728"/>
                <a:ext cx="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0" name="Line 43"/>
              <p:cNvSpPr>
                <a:spLocks noChangeShapeType="1"/>
              </p:cNvSpPr>
              <p:nvPr/>
            </p:nvSpPr>
            <p:spPr bwMode="auto">
              <a:xfrm flipV="1">
                <a:off x="4128" y="1728"/>
                <a:ext cx="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1" name="Line 44"/>
              <p:cNvSpPr>
                <a:spLocks noChangeShapeType="1"/>
              </p:cNvSpPr>
              <p:nvPr/>
            </p:nvSpPr>
            <p:spPr bwMode="auto">
              <a:xfrm>
                <a:off x="3696" y="1296"/>
                <a:ext cx="0" cy="288"/>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182" name="Line 45"/>
              <p:cNvSpPr>
                <a:spLocks noChangeShapeType="1"/>
              </p:cNvSpPr>
              <p:nvPr/>
            </p:nvSpPr>
            <p:spPr bwMode="auto">
              <a:xfrm flipH="1">
                <a:off x="3360" y="1296"/>
                <a:ext cx="240" cy="288"/>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183" name="Line 46"/>
              <p:cNvSpPr>
                <a:spLocks noChangeShapeType="1"/>
              </p:cNvSpPr>
              <p:nvPr/>
            </p:nvSpPr>
            <p:spPr bwMode="auto">
              <a:xfrm>
                <a:off x="3793" y="1248"/>
                <a:ext cx="287" cy="24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3" name="Group 62"/>
            <p:cNvGrpSpPr>
              <a:grpSpLocks/>
            </p:cNvGrpSpPr>
            <p:nvPr/>
          </p:nvGrpSpPr>
          <p:grpSpPr bwMode="auto">
            <a:xfrm>
              <a:off x="4468" y="1108"/>
              <a:ext cx="1048" cy="668"/>
              <a:chOff x="4468" y="1108"/>
              <a:chExt cx="1048" cy="668"/>
            </a:xfrm>
          </p:grpSpPr>
          <p:sp>
            <p:nvSpPr>
              <p:cNvPr id="156" name="Oval 48"/>
              <p:cNvSpPr>
                <a:spLocks noChangeArrowheads="1"/>
              </p:cNvSpPr>
              <p:nvPr/>
            </p:nvSpPr>
            <p:spPr bwMode="auto">
              <a:xfrm>
                <a:off x="4468" y="1540"/>
                <a:ext cx="184" cy="184"/>
              </a:xfrm>
              <a:prstGeom prst="ellipse">
                <a:avLst/>
              </a:prstGeom>
              <a:solidFill>
                <a:schemeClr val="accent1"/>
              </a:solidFill>
              <a:ln w="12700">
                <a:solidFill>
                  <a:schemeClr val="tx1"/>
                </a:solidFill>
                <a:round/>
                <a:headEnd/>
                <a:tailEnd/>
              </a:ln>
            </p:spPr>
            <p:txBody>
              <a:bodyPr wrap="none" anchor="ct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latin typeface="Trebuchet MS" panose="020B0603020202020204" pitchFamily="34" charset="0"/>
                </a:endParaRPr>
              </a:p>
            </p:txBody>
          </p:sp>
          <p:sp>
            <p:nvSpPr>
              <p:cNvPr id="157" name="Rectangle 49"/>
              <p:cNvSpPr>
                <a:spLocks noChangeArrowheads="1"/>
              </p:cNvSpPr>
              <p:nvPr/>
            </p:nvSpPr>
            <p:spPr bwMode="auto">
              <a:xfrm>
                <a:off x="4804" y="1588"/>
                <a:ext cx="280" cy="136"/>
              </a:xfrm>
              <a:prstGeom prst="rect">
                <a:avLst/>
              </a:prstGeom>
              <a:solidFill>
                <a:schemeClr val="accent1"/>
              </a:solidFill>
              <a:ln w="12700">
                <a:solidFill>
                  <a:schemeClr val="tx1"/>
                </a:solidFill>
                <a:miter lim="800000"/>
                <a:headEnd/>
                <a:tailEnd/>
              </a:ln>
            </p:spPr>
            <p:txBody>
              <a:bodyPr wrap="none" anchor="ct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latin typeface="Trebuchet MS" panose="020B0603020202020204" pitchFamily="34" charset="0"/>
                </a:endParaRPr>
              </a:p>
            </p:txBody>
          </p:sp>
          <p:sp>
            <p:nvSpPr>
              <p:cNvPr id="158" name="Rectangle 50"/>
              <p:cNvSpPr>
                <a:spLocks noChangeArrowheads="1"/>
              </p:cNvSpPr>
              <p:nvPr/>
            </p:nvSpPr>
            <p:spPr bwMode="auto">
              <a:xfrm>
                <a:off x="5236" y="1588"/>
                <a:ext cx="280" cy="136"/>
              </a:xfrm>
              <a:prstGeom prst="rect">
                <a:avLst/>
              </a:prstGeom>
              <a:solidFill>
                <a:schemeClr val="accent1"/>
              </a:solidFill>
              <a:ln w="12700">
                <a:solidFill>
                  <a:schemeClr val="tx1"/>
                </a:solidFill>
                <a:miter lim="800000"/>
                <a:headEnd/>
                <a:tailEnd/>
              </a:ln>
            </p:spPr>
            <p:txBody>
              <a:bodyPr wrap="none" anchor="ct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latin typeface="Trebuchet MS" panose="020B0603020202020204" pitchFamily="34" charset="0"/>
                </a:endParaRPr>
              </a:p>
            </p:txBody>
          </p:sp>
          <p:sp>
            <p:nvSpPr>
              <p:cNvPr id="159" name="Oval 51"/>
              <p:cNvSpPr>
                <a:spLocks noChangeArrowheads="1"/>
              </p:cNvSpPr>
              <p:nvPr/>
            </p:nvSpPr>
            <p:spPr bwMode="auto">
              <a:xfrm>
                <a:off x="5284" y="1444"/>
                <a:ext cx="184" cy="184"/>
              </a:xfrm>
              <a:prstGeom prst="ellipse">
                <a:avLst/>
              </a:prstGeom>
              <a:solidFill>
                <a:schemeClr val="accent1"/>
              </a:solidFill>
              <a:ln w="12700">
                <a:solidFill>
                  <a:schemeClr val="tx1"/>
                </a:solidFill>
                <a:round/>
                <a:headEnd/>
                <a:tailEnd/>
              </a:ln>
            </p:spPr>
            <p:txBody>
              <a:bodyPr wrap="none" anchor="ct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latin typeface="Trebuchet MS" panose="020B0603020202020204" pitchFamily="34" charset="0"/>
                </a:endParaRPr>
              </a:p>
            </p:txBody>
          </p:sp>
          <p:sp>
            <p:nvSpPr>
              <p:cNvPr id="160" name="Line 52"/>
              <p:cNvSpPr>
                <a:spLocks noChangeShapeType="1"/>
              </p:cNvSpPr>
              <p:nvPr/>
            </p:nvSpPr>
            <p:spPr bwMode="auto">
              <a:xfrm flipH="1">
                <a:off x="4656" y="1632"/>
                <a:ext cx="14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1" name="Line 53"/>
              <p:cNvSpPr>
                <a:spLocks noChangeShapeType="1"/>
              </p:cNvSpPr>
              <p:nvPr/>
            </p:nvSpPr>
            <p:spPr bwMode="auto">
              <a:xfrm flipH="1">
                <a:off x="4656" y="1680"/>
                <a:ext cx="14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2" name="Oval 54"/>
              <p:cNvSpPr>
                <a:spLocks noChangeArrowheads="1"/>
              </p:cNvSpPr>
              <p:nvPr/>
            </p:nvSpPr>
            <p:spPr bwMode="auto">
              <a:xfrm>
                <a:off x="4852" y="1108"/>
                <a:ext cx="185" cy="184"/>
              </a:xfrm>
              <a:prstGeom prst="ellipse">
                <a:avLst/>
              </a:prstGeom>
              <a:solidFill>
                <a:schemeClr val="accent1"/>
              </a:solidFill>
              <a:ln w="12700">
                <a:solidFill>
                  <a:schemeClr val="tx1"/>
                </a:solidFill>
                <a:round/>
                <a:headEnd/>
                <a:tailEnd/>
              </a:ln>
            </p:spPr>
            <p:txBody>
              <a:bodyPr wrap="none" anchor="ct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latin typeface="Trebuchet MS" panose="020B0603020202020204" pitchFamily="34" charset="0"/>
                </a:endParaRPr>
              </a:p>
            </p:txBody>
          </p:sp>
          <p:sp>
            <p:nvSpPr>
              <p:cNvPr id="163" name="Line 55"/>
              <p:cNvSpPr>
                <a:spLocks noChangeShapeType="1"/>
              </p:cNvSpPr>
              <p:nvPr/>
            </p:nvSpPr>
            <p:spPr bwMode="auto">
              <a:xfrm>
                <a:off x="5088" y="1632"/>
                <a:ext cx="14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 name="Line 56"/>
              <p:cNvSpPr>
                <a:spLocks noChangeShapeType="1"/>
              </p:cNvSpPr>
              <p:nvPr/>
            </p:nvSpPr>
            <p:spPr bwMode="auto">
              <a:xfrm>
                <a:off x="4560" y="1776"/>
                <a:ext cx="8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5" name="Line 57"/>
              <p:cNvSpPr>
                <a:spLocks noChangeShapeType="1"/>
              </p:cNvSpPr>
              <p:nvPr/>
            </p:nvSpPr>
            <p:spPr bwMode="auto">
              <a:xfrm flipV="1">
                <a:off x="4560" y="1728"/>
                <a:ext cx="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6" name="Line 58"/>
              <p:cNvSpPr>
                <a:spLocks noChangeShapeType="1"/>
              </p:cNvSpPr>
              <p:nvPr/>
            </p:nvSpPr>
            <p:spPr bwMode="auto">
              <a:xfrm flipV="1">
                <a:off x="5376" y="1728"/>
                <a:ext cx="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7" name="Line 59"/>
              <p:cNvSpPr>
                <a:spLocks noChangeShapeType="1"/>
              </p:cNvSpPr>
              <p:nvPr/>
            </p:nvSpPr>
            <p:spPr bwMode="auto">
              <a:xfrm>
                <a:off x="4944" y="1296"/>
                <a:ext cx="0" cy="288"/>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168" name="Line 60"/>
              <p:cNvSpPr>
                <a:spLocks noChangeShapeType="1"/>
              </p:cNvSpPr>
              <p:nvPr/>
            </p:nvSpPr>
            <p:spPr bwMode="auto">
              <a:xfrm flipH="1">
                <a:off x="4608" y="1296"/>
                <a:ext cx="240" cy="288"/>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169" name="Line 61"/>
              <p:cNvSpPr>
                <a:spLocks noChangeShapeType="1"/>
              </p:cNvSpPr>
              <p:nvPr/>
            </p:nvSpPr>
            <p:spPr bwMode="auto">
              <a:xfrm>
                <a:off x="5041" y="1248"/>
                <a:ext cx="287" cy="24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4" name="Group 77"/>
            <p:cNvGrpSpPr>
              <a:grpSpLocks/>
            </p:cNvGrpSpPr>
            <p:nvPr/>
          </p:nvGrpSpPr>
          <p:grpSpPr bwMode="auto">
            <a:xfrm>
              <a:off x="724" y="2020"/>
              <a:ext cx="1048" cy="668"/>
              <a:chOff x="724" y="2020"/>
              <a:chExt cx="1048" cy="668"/>
            </a:xfrm>
          </p:grpSpPr>
          <p:sp>
            <p:nvSpPr>
              <p:cNvPr id="142" name="Oval 63"/>
              <p:cNvSpPr>
                <a:spLocks noChangeArrowheads="1"/>
              </p:cNvSpPr>
              <p:nvPr/>
            </p:nvSpPr>
            <p:spPr bwMode="auto">
              <a:xfrm>
                <a:off x="724" y="2452"/>
                <a:ext cx="184" cy="184"/>
              </a:xfrm>
              <a:prstGeom prst="ellipse">
                <a:avLst/>
              </a:prstGeom>
              <a:solidFill>
                <a:schemeClr val="accent1"/>
              </a:solidFill>
              <a:ln w="12700">
                <a:solidFill>
                  <a:schemeClr val="tx1"/>
                </a:solidFill>
                <a:round/>
                <a:headEnd/>
                <a:tailEnd/>
              </a:ln>
            </p:spPr>
            <p:txBody>
              <a:bodyPr wrap="none" anchor="ct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latin typeface="Trebuchet MS" panose="020B0603020202020204" pitchFamily="34" charset="0"/>
                </a:endParaRPr>
              </a:p>
            </p:txBody>
          </p:sp>
          <p:sp>
            <p:nvSpPr>
              <p:cNvPr id="143" name="Rectangle 64"/>
              <p:cNvSpPr>
                <a:spLocks noChangeArrowheads="1"/>
              </p:cNvSpPr>
              <p:nvPr/>
            </p:nvSpPr>
            <p:spPr bwMode="auto">
              <a:xfrm>
                <a:off x="1060" y="2500"/>
                <a:ext cx="280" cy="136"/>
              </a:xfrm>
              <a:prstGeom prst="rect">
                <a:avLst/>
              </a:prstGeom>
              <a:solidFill>
                <a:schemeClr val="accent1"/>
              </a:solidFill>
              <a:ln w="12700">
                <a:solidFill>
                  <a:schemeClr val="tx1"/>
                </a:solidFill>
                <a:miter lim="800000"/>
                <a:headEnd/>
                <a:tailEnd/>
              </a:ln>
            </p:spPr>
            <p:txBody>
              <a:bodyPr wrap="none" anchor="ct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latin typeface="Trebuchet MS" panose="020B0603020202020204" pitchFamily="34" charset="0"/>
                </a:endParaRPr>
              </a:p>
            </p:txBody>
          </p:sp>
          <p:sp>
            <p:nvSpPr>
              <p:cNvPr id="144" name="Rectangle 65"/>
              <p:cNvSpPr>
                <a:spLocks noChangeArrowheads="1"/>
              </p:cNvSpPr>
              <p:nvPr/>
            </p:nvSpPr>
            <p:spPr bwMode="auto">
              <a:xfrm>
                <a:off x="1492" y="2500"/>
                <a:ext cx="280" cy="136"/>
              </a:xfrm>
              <a:prstGeom prst="rect">
                <a:avLst/>
              </a:prstGeom>
              <a:solidFill>
                <a:schemeClr val="accent1"/>
              </a:solidFill>
              <a:ln w="12700">
                <a:solidFill>
                  <a:schemeClr val="tx1"/>
                </a:solidFill>
                <a:miter lim="800000"/>
                <a:headEnd/>
                <a:tailEnd/>
              </a:ln>
            </p:spPr>
            <p:txBody>
              <a:bodyPr wrap="none" anchor="ct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latin typeface="Trebuchet MS" panose="020B0603020202020204" pitchFamily="34" charset="0"/>
                </a:endParaRPr>
              </a:p>
            </p:txBody>
          </p:sp>
          <p:sp>
            <p:nvSpPr>
              <p:cNvPr id="145" name="Oval 66"/>
              <p:cNvSpPr>
                <a:spLocks noChangeArrowheads="1"/>
              </p:cNvSpPr>
              <p:nvPr/>
            </p:nvSpPr>
            <p:spPr bwMode="auto">
              <a:xfrm>
                <a:off x="1540" y="2356"/>
                <a:ext cx="184" cy="184"/>
              </a:xfrm>
              <a:prstGeom prst="ellipse">
                <a:avLst/>
              </a:prstGeom>
              <a:solidFill>
                <a:schemeClr val="accent1"/>
              </a:solidFill>
              <a:ln w="12700">
                <a:solidFill>
                  <a:schemeClr val="tx1"/>
                </a:solidFill>
                <a:round/>
                <a:headEnd/>
                <a:tailEnd/>
              </a:ln>
            </p:spPr>
            <p:txBody>
              <a:bodyPr wrap="none" anchor="ct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latin typeface="Trebuchet MS" panose="020B0603020202020204" pitchFamily="34" charset="0"/>
                </a:endParaRPr>
              </a:p>
            </p:txBody>
          </p:sp>
          <p:sp>
            <p:nvSpPr>
              <p:cNvPr id="146" name="Line 67"/>
              <p:cNvSpPr>
                <a:spLocks noChangeShapeType="1"/>
              </p:cNvSpPr>
              <p:nvPr/>
            </p:nvSpPr>
            <p:spPr bwMode="auto">
              <a:xfrm flipH="1">
                <a:off x="912" y="2544"/>
                <a:ext cx="14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7" name="Line 68"/>
              <p:cNvSpPr>
                <a:spLocks noChangeShapeType="1"/>
              </p:cNvSpPr>
              <p:nvPr/>
            </p:nvSpPr>
            <p:spPr bwMode="auto">
              <a:xfrm flipH="1">
                <a:off x="912" y="2592"/>
                <a:ext cx="14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8" name="Oval 69"/>
              <p:cNvSpPr>
                <a:spLocks noChangeArrowheads="1"/>
              </p:cNvSpPr>
              <p:nvPr/>
            </p:nvSpPr>
            <p:spPr bwMode="auto">
              <a:xfrm>
                <a:off x="1108" y="2020"/>
                <a:ext cx="185" cy="184"/>
              </a:xfrm>
              <a:prstGeom prst="ellipse">
                <a:avLst/>
              </a:prstGeom>
              <a:solidFill>
                <a:schemeClr val="accent1"/>
              </a:solidFill>
              <a:ln w="12700">
                <a:solidFill>
                  <a:schemeClr val="tx1"/>
                </a:solidFill>
                <a:round/>
                <a:headEnd/>
                <a:tailEnd/>
              </a:ln>
            </p:spPr>
            <p:txBody>
              <a:bodyPr wrap="none" anchor="ct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latin typeface="Trebuchet MS" panose="020B0603020202020204" pitchFamily="34" charset="0"/>
                </a:endParaRPr>
              </a:p>
            </p:txBody>
          </p:sp>
          <p:sp>
            <p:nvSpPr>
              <p:cNvPr id="149" name="Line 70"/>
              <p:cNvSpPr>
                <a:spLocks noChangeShapeType="1"/>
              </p:cNvSpPr>
              <p:nvPr/>
            </p:nvSpPr>
            <p:spPr bwMode="auto">
              <a:xfrm>
                <a:off x="1344" y="2544"/>
                <a:ext cx="14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0" name="Line 71"/>
              <p:cNvSpPr>
                <a:spLocks noChangeShapeType="1"/>
              </p:cNvSpPr>
              <p:nvPr/>
            </p:nvSpPr>
            <p:spPr bwMode="auto">
              <a:xfrm>
                <a:off x="816" y="2688"/>
                <a:ext cx="8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1" name="Line 72"/>
              <p:cNvSpPr>
                <a:spLocks noChangeShapeType="1"/>
              </p:cNvSpPr>
              <p:nvPr/>
            </p:nvSpPr>
            <p:spPr bwMode="auto">
              <a:xfrm flipV="1">
                <a:off x="816" y="2640"/>
                <a:ext cx="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2" name="Line 73"/>
              <p:cNvSpPr>
                <a:spLocks noChangeShapeType="1"/>
              </p:cNvSpPr>
              <p:nvPr/>
            </p:nvSpPr>
            <p:spPr bwMode="auto">
              <a:xfrm flipV="1">
                <a:off x="1632" y="2640"/>
                <a:ext cx="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 name="Line 74"/>
              <p:cNvSpPr>
                <a:spLocks noChangeShapeType="1"/>
              </p:cNvSpPr>
              <p:nvPr/>
            </p:nvSpPr>
            <p:spPr bwMode="auto">
              <a:xfrm>
                <a:off x="1200" y="2208"/>
                <a:ext cx="0" cy="288"/>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154" name="Line 75"/>
              <p:cNvSpPr>
                <a:spLocks noChangeShapeType="1"/>
              </p:cNvSpPr>
              <p:nvPr/>
            </p:nvSpPr>
            <p:spPr bwMode="auto">
              <a:xfrm flipH="1">
                <a:off x="864" y="2208"/>
                <a:ext cx="240" cy="288"/>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155" name="Line 76"/>
              <p:cNvSpPr>
                <a:spLocks noChangeShapeType="1"/>
              </p:cNvSpPr>
              <p:nvPr/>
            </p:nvSpPr>
            <p:spPr bwMode="auto">
              <a:xfrm>
                <a:off x="1297" y="2160"/>
                <a:ext cx="287" cy="24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 name="Group 92"/>
            <p:cNvGrpSpPr>
              <a:grpSpLocks/>
            </p:cNvGrpSpPr>
            <p:nvPr/>
          </p:nvGrpSpPr>
          <p:grpSpPr bwMode="auto">
            <a:xfrm>
              <a:off x="1972" y="2020"/>
              <a:ext cx="1048" cy="668"/>
              <a:chOff x="1972" y="2020"/>
              <a:chExt cx="1048" cy="668"/>
            </a:xfrm>
          </p:grpSpPr>
          <p:sp>
            <p:nvSpPr>
              <p:cNvPr id="128" name="Oval 78"/>
              <p:cNvSpPr>
                <a:spLocks noChangeArrowheads="1"/>
              </p:cNvSpPr>
              <p:nvPr/>
            </p:nvSpPr>
            <p:spPr bwMode="auto">
              <a:xfrm>
                <a:off x="1972" y="2452"/>
                <a:ext cx="184" cy="184"/>
              </a:xfrm>
              <a:prstGeom prst="ellipse">
                <a:avLst/>
              </a:prstGeom>
              <a:solidFill>
                <a:schemeClr val="accent1"/>
              </a:solidFill>
              <a:ln w="12700">
                <a:solidFill>
                  <a:schemeClr val="tx1"/>
                </a:solidFill>
                <a:round/>
                <a:headEnd/>
                <a:tailEnd/>
              </a:ln>
            </p:spPr>
            <p:txBody>
              <a:bodyPr wrap="none" anchor="ct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latin typeface="Trebuchet MS" panose="020B0603020202020204" pitchFamily="34" charset="0"/>
                </a:endParaRPr>
              </a:p>
            </p:txBody>
          </p:sp>
          <p:sp>
            <p:nvSpPr>
              <p:cNvPr id="129" name="Rectangle 79"/>
              <p:cNvSpPr>
                <a:spLocks noChangeArrowheads="1"/>
              </p:cNvSpPr>
              <p:nvPr/>
            </p:nvSpPr>
            <p:spPr bwMode="auto">
              <a:xfrm>
                <a:off x="2308" y="2500"/>
                <a:ext cx="280" cy="136"/>
              </a:xfrm>
              <a:prstGeom prst="rect">
                <a:avLst/>
              </a:prstGeom>
              <a:solidFill>
                <a:schemeClr val="accent1"/>
              </a:solidFill>
              <a:ln w="12700">
                <a:solidFill>
                  <a:schemeClr val="tx1"/>
                </a:solidFill>
                <a:miter lim="800000"/>
                <a:headEnd/>
                <a:tailEnd/>
              </a:ln>
            </p:spPr>
            <p:txBody>
              <a:bodyPr wrap="none" anchor="ct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latin typeface="Trebuchet MS" panose="020B0603020202020204" pitchFamily="34" charset="0"/>
                </a:endParaRPr>
              </a:p>
            </p:txBody>
          </p:sp>
          <p:sp>
            <p:nvSpPr>
              <p:cNvPr id="130" name="Rectangle 80"/>
              <p:cNvSpPr>
                <a:spLocks noChangeArrowheads="1"/>
              </p:cNvSpPr>
              <p:nvPr/>
            </p:nvSpPr>
            <p:spPr bwMode="auto">
              <a:xfrm>
                <a:off x="2740" y="2500"/>
                <a:ext cx="280" cy="136"/>
              </a:xfrm>
              <a:prstGeom prst="rect">
                <a:avLst/>
              </a:prstGeom>
              <a:solidFill>
                <a:schemeClr val="accent1"/>
              </a:solidFill>
              <a:ln w="12700">
                <a:solidFill>
                  <a:schemeClr val="tx1"/>
                </a:solidFill>
                <a:miter lim="800000"/>
                <a:headEnd/>
                <a:tailEnd/>
              </a:ln>
            </p:spPr>
            <p:txBody>
              <a:bodyPr wrap="none" anchor="ct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latin typeface="Trebuchet MS" panose="020B0603020202020204" pitchFamily="34" charset="0"/>
                </a:endParaRPr>
              </a:p>
            </p:txBody>
          </p:sp>
          <p:sp>
            <p:nvSpPr>
              <p:cNvPr id="131" name="Oval 81"/>
              <p:cNvSpPr>
                <a:spLocks noChangeArrowheads="1"/>
              </p:cNvSpPr>
              <p:nvPr/>
            </p:nvSpPr>
            <p:spPr bwMode="auto">
              <a:xfrm>
                <a:off x="2788" y="2356"/>
                <a:ext cx="184" cy="184"/>
              </a:xfrm>
              <a:prstGeom prst="ellipse">
                <a:avLst/>
              </a:prstGeom>
              <a:solidFill>
                <a:schemeClr val="accent1"/>
              </a:solidFill>
              <a:ln w="12700">
                <a:solidFill>
                  <a:schemeClr val="tx1"/>
                </a:solidFill>
                <a:round/>
                <a:headEnd/>
                <a:tailEnd/>
              </a:ln>
            </p:spPr>
            <p:txBody>
              <a:bodyPr wrap="none" anchor="ct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latin typeface="Trebuchet MS" panose="020B0603020202020204" pitchFamily="34" charset="0"/>
                </a:endParaRPr>
              </a:p>
            </p:txBody>
          </p:sp>
          <p:sp>
            <p:nvSpPr>
              <p:cNvPr id="132" name="Line 82"/>
              <p:cNvSpPr>
                <a:spLocks noChangeShapeType="1"/>
              </p:cNvSpPr>
              <p:nvPr/>
            </p:nvSpPr>
            <p:spPr bwMode="auto">
              <a:xfrm flipH="1">
                <a:off x="2160" y="2544"/>
                <a:ext cx="14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 name="Line 83"/>
              <p:cNvSpPr>
                <a:spLocks noChangeShapeType="1"/>
              </p:cNvSpPr>
              <p:nvPr/>
            </p:nvSpPr>
            <p:spPr bwMode="auto">
              <a:xfrm flipH="1">
                <a:off x="2160" y="2592"/>
                <a:ext cx="14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 name="Oval 84"/>
              <p:cNvSpPr>
                <a:spLocks noChangeArrowheads="1"/>
              </p:cNvSpPr>
              <p:nvPr/>
            </p:nvSpPr>
            <p:spPr bwMode="auto">
              <a:xfrm>
                <a:off x="2356" y="2020"/>
                <a:ext cx="185" cy="184"/>
              </a:xfrm>
              <a:prstGeom prst="ellipse">
                <a:avLst/>
              </a:prstGeom>
              <a:solidFill>
                <a:schemeClr val="accent1"/>
              </a:solidFill>
              <a:ln w="12700">
                <a:solidFill>
                  <a:schemeClr val="tx1"/>
                </a:solidFill>
                <a:round/>
                <a:headEnd/>
                <a:tailEnd/>
              </a:ln>
            </p:spPr>
            <p:txBody>
              <a:bodyPr wrap="none" anchor="ct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latin typeface="Trebuchet MS" panose="020B0603020202020204" pitchFamily="34" charset="0"/>
                </a:endParaRPr>
              </a:p>
            </p:txBody>
          </p:sp>
          <p:sp>
            <p:nvSpPr>
              <p:cNvPr id="135" name="Line 85"/>
              <p:cNvSpPr>
                <a:spLocks noChangeShapeType="1"/>
              </p:cNvSpPr>
              <p:nvPr/>
            </p:nvSpPr>
            <p:spPr bwMode="auto">
              <a:xfrm>
                <a:off x="2592" y="2544"/>
                <a:ext cx="14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6" name="Line 86"/>
              <p:cNvSpPr>
                <a:spLocks noChangeShapeType="1"/>
              </p:cNvSpPr>
              <p:nvPr/>
            </p:nvSpPr>
            <p:spPr bwMode="auto">
              <a:xfrm>
                <a:off x="2064" y="2688"/>
                <a:ext cx="8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7" name="Line 87"/>
              <p:cNvSpPr>
                <a:spLocks noChangeShapeType="1"/>
              </p:cNvSpPr>
              <p:nvPr/>
            </p:nvSpPr>
            <p:spPr bwMode="auto">
              <a:xfrm flipV="1">
                <a:off x="2064" y="2640"/>
                <a:ext cx="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8" name="Line 88"/>
              <p:cNvSpPr>
                <a:spLocks noChangeShapeType="1"/>
              </p:cNvSpPr>
              <p:nvPr/>
            </p:nvSpPr>
            <p:spPr bwMode="auto">
              <a:xfrm flipV="1">
                <a:off x="2880" y="2640"/>
                <a:ext cx="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9" name="Line 89"/>
              <p:cNvSpPr>
                <a:spLocks noChangeShapeType="1"/>
              </p:cNvSpPr>
              <p:nvPr/>
            </p:nvSpPr>
            <p:spPr bwMode="auto">
              <a:xfrm>
                <a:off x="2448" y="2208"/>
                <a:ext cx="0" cy="288"/>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140" name="Line 90"/>
              <p:cNvSpPr>
                <a:spLocks noChangeShapeType="1"/>
              </p:cNvSpPr>
              <p:nvPr/>
            </p:nvSpPr>
            <p:spPr bwMode="auto">
              <a:xfrm flipH="1">
                <a:off x="2112" y="2208"/>
                <a:ext cx="240" cy="288"/>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141" name="Line 91"/>
              <p:cNvSpPr>
                <a:spLocks noChangeShapeType="1"/>
              </p:cNvSpPr>
              <p:nvPr/>
            </p:nvSpPr>
            <p:spPr bwMode="auto">
              <a:xfrm>
                <a:off x="2545" y="2160"/>
                <a:ext cx="287" cy="24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6" name="Group 107"/>
            <p:cNvGrpSpPr>
              <a:grpSpLocks/>
            </p:cNvGrpSpPr>
            <p:nvPr/>
          </p:nvGrpSpPr>
          <p:grpSpPr bwMode="auto">
            <a:xfrm>
              <a:off x="3220" y="2020"/>
              <a:ext cx="1048" cy="668"/>
              <a:chOff x="3220" y="2020"/>
              <a:chExt cx="1048" cy="668"/>
            </a:xfrm>
          </p:grpSpPr>
          <p:sp>
            <p:nvSpPr>
              <p:cNvPr id="114" name="Oval 93"/>
              <p:cNvSpPr>
                <a:spLocks noChangeArrowheads="1"/>
              </p:cNvSpPr>
              <p:nvPr/>
            </p:nvSpPr>
            <p:spPr bwMode="auto">
              <a:xfrm>
                <a:off x="3220" y="2452"/>
                <a:ext cx="184" cy="184"/>
              </a:xfrm>
              <a:prstGeom prst="ellipse">
                <a:avLst/>
              </a:prstGeom>
              <a:solidFill>
                <a:schemeClr val="accent1"/>
              </a:solidFill>
              <a:ln w="12700">
                <a:solidFill>
                  <a:schemeClr val="tx1"/>
                </a:solidFill>
                <a:round/>
                <a:headEnd/>
                <a:tailEnd/>
              </a:ln>
            </p:spPr>
            <p:txBody>
              <a:bodyPr wrap="none" anchor="ct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latin typeface="Trebuchet MS" panose="020B0603020202020204" pitchFamily="34" charset="0"/>
                </a:endParaRPr>
              </a:p>
            </p:txBody>
          </p:sp>
          <p:sp>
            <p:nvSpPr>
              <p:cNvPr id="115" name="Rectangle 94"/>
              <p:cNvSpPr>
                <a:spLocks noChangeArrowheads="1"/>
              </p:cNvSpPr>
              <p:nvPr/>
            </p:nvSpPr>
            <p:spPr bwMode="auto">
              <a:xfrm>
                <a:off x="3556" y="2500"/>
                <a:ext cx="280" cy="136"/>
              </a:xfrm>
              <a:prstGeom prst="rect">
                <a:avLst/>
              </a:prstGeom>
              <a:solidFill>
                <a:schemeClr val="accent1"/>
              </a:solidFill>
              <a:ln w="12700">
                <a:solidFill>
                  <a:schemeClr val="tx1"/>
                </a:solidFill>
                <a:miter lim="800000"/>
                <a:headEnd/>
                <a:tailEnd/>
              </a:ln>
            </p:spPr>
            <p:txBody>
              <a:bodyPr wrap="none" anchor="ct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latin typeface="Trebuchet MS" panose="020B0603020202020204" pitchFamily="34" charset="0"/>
                </a:endParaRPr>
              </a:p>
            </p:txBody>
          </p:sp>
          <p:sp>
            <p:nvSpPr>
              <p:cNvPr id="116" name="Rectangle 95"/>
              <p:cNvSpPr>
                <a:spLocks noChangeArrowheads="1"/>
              </p:cNvSpPr>
              <p:nvPr/>
            </p:nvSpPr>
            <p:spPr bwMode="auto">
              <a:xfrm>
                <a:off x="3988" y="2500"/>
                <a:ext cx="280" cy="136"/>
              </a:xfrm>
              <a:prstGeom prst="rect">
                <a:avLst/>
              </a:prstGeom>
              <a:solidFill>
                <a:schemeClr val="accent1"/>
              </a:solidFill>
              <a:ln w="12700">
                <a:solidFill>
                  <a:schemeClr val="tx1"/>
                </a:solidFill>
                <a:miter lim="800000"/>
                <a:headEnd/>
                <a:tailEnd/>
              </a:ln>
            </p:spPr>
            <p:txBody>
              <a:bodyPr wrap="none" anchor="ct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latin typeface="Trebuchet MS" panose="020B0603020202020204" pitchFamily="34" charset="0"/>
                </a:endParaRPr>
              </a:p>
            </p:txBody>
          </p:sp>
          <p:sp>
            <p:nvSpPr>
              <p:cNvPr id="117" name="Oval 96"/>
              <p:cNvSpPr>
                <a:spLocks noChangeArrowheads="1"/>
              </p:cNvSpPr>
              <p:nvPr/>
            </p:nvSpPr>
            <p:spPr bwMode="auto">
              <a:xfrm>
                <a:off x="4036" y="2356"/>
                <a:ext cx="184" cy="184"/>
              </a:xfrm>
              <a:prstGeom prst="ellipse">
                <a:avLst/>
              </a:prstGeom>
              <a:solidFill>
                <a:schemeClr val="accent1"/>
              </a:solidFill>
              <a:ln w="12700">
                <a:solidFill>
                  <a:schemeClr val="tx1"/>
                </a:solidFill>
                <a:round/>
                <a:headEnd/>
                <a:tailEnd/>
              </a:ln>
            </p:spPr>
            <p:txBody>
              <a:bodyPr wrap="none" anchor="ct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latin typeface="Trebuchet MS" panose="020B0603020202020204" pitchFamily="34" charset="0"/>
                </a:endParaRPr>
              </a:p>
            </p:txBody>
          </p:sp>
          <p:sp>
            <p:nvSpPr>
              <p:cNvPr id="118" name="Line 97"/>
              <p:cNvSpPr>
                <a:spLocks noChangeShapeType="1"/>
              </p:cNvSpPr>
              <p:nvPr/>
            </p:nvSpPr>
            <p:spPr bwMode="auto">
              <a:xfrm flipH="1">
                <a:off x="3408" y="2544"/>
                <a:ext cx="14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 name="Line 98"/>
              <p:cNvSpPr>
                <a:spLocks noChangeShapeType="1"/>
              </p:cNvSpPr>
              <p:nvPr/>
            </p:nvSpPr>
            <p:spPr bwMode="auto">
              <a:xfrm flipH="1">
                <a:off x="3408" y="2592"/>
                <a:ext cx="14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 name="Oval 99"/>
              <p:cNvSpPr>
                <a:spLocks noChangeArrowheads="1"/>
              </p:cNvSpPr>
              <p:nvPr/>
            </p:nvSpPr>
            <p:spPr bwMode="auto">
              <a:xfrm>
                <a:off x="3604" y="2020"/>
                <a:ext cx="185" cy="184"/>
              </a:xfrm>
              <a:prstGeom prst="ellipse">
                <a:avLst/>
              </a:prstGeom>
              <a:solidFill>
                <a:schemeClr val="accent1"/>
              </a:solidFill>
              <a:ln w="12700">
                <a:solidFill>
                  <a:schemeClr val="tx1"/>
                </a:solidFill>
                <a:round/>
                <a:headEnd/>
                <a:tailEnd/>
              </a:ln>
            </p:spPr>
            <p:txBody>
              <a:bodyPr wrap="none" anchor="ct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latin typeface="Trebuchet MS" panose="020B0603020202020204" pitchFamily="34" charset="0"/>
                </a:endParaRPr>
              </a:p>
            </p:txBody>
          </p:sp>
          <p:sp>
            <p:nvSpPr>
              <p:cNvPr id="121" name="Line 100"/>
              <p:cNvSpPr>
                <a:spLocks noChangeShapeType="1"/>
              </p:cNvSpPr>
              <p:nvPr/>
            </p:nvSpPr>
            <p:spPr bwMode="auto">
              <a:xfrm>
                <a:off x="3840" y="2544"/>
                <a:ext cx="14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 name="Line 101"/>
              <p:cNvSpPr>
                <a:spLocks noChangeShapeType="1"/>
              </p:cNvSpPr>
              <p:nvPr/>
            </p:nvSpPr>
            <p:spPr bwMode="auto">
              <a:xfrm>
                <a:off x="3312" y="2688"/>
                <a:ext cx="8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 name="Line 102"/>
              <p:cNvSpPr>
                <a:spLocks noChangeShapeType="1"/>
              </p:cNvSpPr>
              <p:nvPr/>
            </p:nvSpPr>
            <p:spPr bwMode="auto">
              <a:xfrm flipV="1">
                <a:off x="3312" y="2640"/>
                <a:ext cx="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 name="Line 103"/>
              <p:cNvSpPr>
                <a:spLocks noChangeShapeType="1"/>
              </p:cNvSpPr>
              <p:nvPr/>
            </p:nvSpPr>
            <p:spPr bwMode="auto">
              <a:xfrm flipV="1">
                <a:off x="4128" y="2640"/>
                <a:ext cx="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5" name="Line 104"/>
              <p:cNvSpPr>
                <a:spLocks noChangeShapeType="1"/>
              </p:cNvSpPr>
              <p:nvPr/>
            </p:nvSpPr>
            <p:spPr bwMode="auto">
              <a:xfrm>
                <a:off x="3696" y="2208"/>
                <a:ext cx="0" cy="288"/>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126" name="Line 105"/>
              <p:cNvSpPr>
                <a:spLocks noChangeShapeType="1"/>
              </p:cNvSpPr>
              <p:nvPr/>
            </p:nvSpPr>
            <p:spPr bwMode="auto">
              <a:xfrm flipH="1">
                <a:off x="3360" y="2208"/>
                <a:ext cx="240" cy="288"/>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127" name="Line 106"/>
              <p:cNvSpPr>
                <a:spLocks noChangeShapeType="1"/>
              </p:cNvSpPr>
              <p:nvPr/>
            </p:nvSpPr>
            <p:spPr bwMode="auto">
              <a:xfrm>
                <a:off x="3793" y="2160"/>
                <a:ext cx="287" cy="24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7" name="Group 122"/>
            <p:cNvGrpSpPr>
              <a:grpSpLocks/>
            </p:cNvGrpSpPr>
            <p:nvPr/>
          </p:nvGrpSpPr>
          <p:grpSpPr bwMode="auto">
            <a:xfrm>
              <a:off x="4468" y="2020"/>
              <a:ext cx="1048" cy="668"/>
              <a:chOff x="4468" y="2020"/>
              <a:chExt cx="1048" cy="668"/>
            </a:xfrm>
          </p:grpSpPr>
          <p:sp>
            <p:nvSpPr>
              <p:cNvPr id="100" name="Oval 108"/>
              <p:cNvSpPr>
                <a:spLocks noChangeArrowheads="1"/>
              </p:cNvSpPr>
              <p:nvPr/>
            </p:nvSpPr>
            <p:spPr bwMode="auto">
              <a:xfrm>
                <a:off x="4468" y="2452"/>
                <a:ext cx="184" cy="184"/>
              </a:xfrm>
              <a:prstGeom prst="ellipse">
                <a:avLst/>
              </a:prstGeom>
              <a:solidFill>
                <a:schemeClr val="accent1"/>
              </a:solidFill>
              <a:ln w="12700">
                <a:solidFill>
                  <a:schemeClr val="tx1"/>
                </a:solidFill>
                <a:round/>
                <a:headEnd/>
                <a:tailEnd/>
              </a:ln>
            </p:spPr>
            <p:txBody>
              <a:bodyPr wrap="none" anchor="ct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latin typeface="Trebuchet MS" panose="020B0603020202020204" pitchFamily="34" charset="0"/>
                </a:endParaRPr>
              </a:p>
            </p:txBody>
          </p:sp>
          <p:sp>
            <p:nvSpPr>
              <p:cNvPr id="101" name="Rectangle 109"/>
              <p:cNvSpPr>
                <a:spLocks noChangeArrowheads="1"/>
              </p:cNvSpPr>
              <p:nvPr/>
            </p:nvSpPr>
            <p:spPr bwMode="auto">
              <a:xfrm>
                <a:off x="4804" y="2500"/>
                <a:ext cx="280" cy="136"/>
              </a:xfrm>
              <a:prstGeom prst="rect">
                <a:avLst/>
              </a:prstGeom>
              <a:solidFill>
                <a:schemeClr val="accent1"/>
              </a:solidFill>
              <a:ln w="12700">
                <a:solidFill>
                  <a:schemeClr val="tx1"/>
                </a:solidFill>
                <a:miter lim="800000"/>
                <a:headEnd/>
                <a:tailEnd/>
              </a:ln>
            </p:spPr>
            <p:txBody>
              <a:bodyPr wrap="none" anchor="ct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latin typeface="Trebuchet MS" panose="020B0603020202020204" pitchFamily="34" charset="0"/>
                </a:endParaRPr>
              </a:p>
            </p:txBody>
          </p:sp>
          <p:sp>
            <p:nvSpPr>
              <p:cNvPr id="102" name="Rectangle 110"/>
              <p:cNvSpPr>
                <a:spLocks noChangeArrowheads="1"/>
              </p:cNvSpPr>
              <p:nvPr/>
            </p:nvSpPr>
            <p:spPr bwMode="auto">
              <a:xfrm>
                <a:off x="5236" y="2500"/>
                <a:ext cx="280" cy="136"/>
              </a:xfrm>
              <a:prstGeom prst="rect">
                <a:avLst/>
              </a:prstGeom>
              <a:solidFill>
                <a:schemeClr val="accent1"/>
              </a:solidFill>
              <a:ln w="12700">
                <a:solidFill>
                  <a:schemeClr val="tx1"/>
                </a:solidFill>
                <a:miter lim="800000"/>
                <a:headEnd/>
                <a:tailEnd/>
              </a:ln>
            </p:spPr>
            <p:txBody>
              <a:bodyPr wrap="none" anchor="ct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latin typeface="Trebuchet MS" panose="020B0603020202020204" pitchFamily="34" charset="0"/>
                </a:endParaRPr>
              </a:p>
            </p:txBody>
          </p:sp>
          <p:sp>
            <p:nvSpPr>
              <p:cNvPr id="103" name="Oval 111"/>
              <p:cNvSpPr>
                <a:spLocks noChangeArrowheads="1"/>
              </p:cNvSpPr>
              <p:nvPr/>
            </p:nvSpPr>
            <p:spPr bwMode="auto">
              <a:xfrm>
                <a:off x="5284" y="2356"/>
                <a:ext cx="184" cy="184"/>
              </a:xfrm>
              <a:prstGeom prst="ellipse">
                <a:avLst/>
              </a:prstGeom>
              <a:solidFill>
                <a:schemeClr val="accent1"/>
              </a:solidFill>
              <a:ln w="12700">
                <a:solidFill>
                  <a:schemeClr val="tx1"/>
                </a:solidFill>
                <a:round/>
                <a:headEnd/>
                <a:tailEnd/>
              </a:ln>
            </p:spPr>
            <p:txBody>
              <a:bodyPr wrap="none" anchor="ct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latin typeface="Trebuchet MS" panose="020B0603020202020204" pitchFamily="34" charset="0"/>
                </a:endParaRPr>
              </a:p>
            </p:txBody>
          </p:sp>
          <p:sp>
            <p:nvSpPr>
              <p:cNvPr id="104" name="Line 112"/>
              <p:cNvSpPr>
                <a:spLocks noChangeShapeType="1"/>
              </p:cNvSpPr>
              <p:nvPr/>
            </p:nvSpPr>
            <p:spPr bwMode="auto">
              <a:xfrm flipH="1">
                <a:off x="4656" y="2544"/>
                <a:ext cx="14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 name="Line 113"/>
              <p:cNvSpPr>
                <a:spLocks noChangeShapeType="1"/>
              </p:cNvSpPr>
              <p:nvPr/>
            </p:nvSpPr>
            <p:spPr bwMode="auto">
              <a:xfrm flipH="1">
                <a:off x="4656" y="2592"/>
                <a:ext cx="14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 name="Oval 114"/>
              <p:cNvSpPr>
                <a:spLocks noChangeArrowheads="1"/>
              </p:cNvSpPr>
              <p:nvPr/>
            </p:nvSpPr>
            <p:spPr bwMode="auto">
              <a:xfrm>
                <a:off x="4852" y="2020"/>
                <a:ext cx="185" cy="184"/>
              </a:xfrm>
              <a:prstGeom prst="ellipse">
                <a:avLst/>
              </a:prstGeom>
              <a:solidFill>
                <a:schemeClr val="accent1"/>
              </a:solidFill>
              <a:ln w="12700">
                <a:solidFill>
                  <a:schemeClr val="tx1"/>
                </a:solidFill>
                <a:round/>
                <a:headEnd/>
                <a:tailEnd/>
              </a:ln>
            </p:spPr>
            <p:txBody>
              <a:bodyPr wrap="none" anchor="ct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latin typeface="Trebuchet MS" panose="020B0603020202020204" pitchFamily="34" charset="0"/>
                </a:endParaRPr>
              </a:p>
            </p:txBody>
          </p:sp>
          <p:sp>
            <p:nvSpPr>
              <p:cNvPr id="107" name="Line 115"/>
              <p:cNvSpPr>
                <a:spLocks noChangeShapeType="1"/>
              </p:cNvSpPr>
              <p:nvPr/>
            </p:nvSpPr>
            <p:spPr bwMode="auto">
              <a:xfrm>
                <a:off x="5088" y="2544"/>
                <a:ext cx="14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8" name="Line 116"/>
              <p:cNvSpPr>
                <a:spLocks noChangeShapeType="1"/>
              </p:cNvSpPr>
              <p:nvPr/>
            </p:nvSpPr>
            <p:spPr bwMode="auto">
              <a:xfrm>
                <a:off x="4560" y="2688"/>
                <a:ext cx="8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9" name="Line 117"/>
              <p:cNvSpPr>
                <a:spLocks noChangeShapeType="1"/>
              </p:cNvSpPr>
              <p:nvPr/>
            </p:nvSpPr>
            <p:spPr bwMode="auto">
              <a:xfrm flipV="1">
                <a:off x="4560" y="2640"/>
                <a:ext cx="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 name="Line 118"/>
              <p:cNvSpPr>
                <a:spLocks noChangeShapeType="1"/>
              </p:cNvSpPr>
              <p:nvPr/>
            </p:nvSpPr>
            <p:spPr bwMode="auto">
              <a:xfrm flipV="1">
                <a:off x="5376" y="2640"/>
                <a:ext cx="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1" name="Line 119"/>
              <p:cNvSpPr>
                <a:spLocks noChangeShapeType="1"/>
              </p:cNvSpPr>
              <p:nvPr/>
            </p:nvSpPr>
            <p:spPr bwMode="auto">
              <a:xfrm>
                <a:off x="4944" y="2208"/>
                <a:ext cx="0" cy="288"/>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112" name="Line 120"/>
              <p:cNvSpPr>
                <a:spLocks noChangeShapeType="1"/>
              </p:cNvSpPr>
              <p:nvPr/>
            </p:nvSpPr>
            <p:spPr bwMode="auto">
              <a:xfrm flipH="1">
                <a:off x="4608" y="2208"/>
                <a:ext cx="240" cy="288"/>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113" name="Line 121"/>
              <p:cNvSpPr>
                <a:spLocks noChangeShapeType="1"/>
              </p:cNvSpPr>
              <p:nvPr/>
            </p:nvSpPr>
            <p:spPr bwMode="auto">
              <a:xfrm>
                <a:off x="5041" y="2160"/>
                <a:ext cx="287" cy="24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8" name="Group 137"/>
            <p:cNvGrpSpPr>
              <a:grpSpLocks/>
            </p:cNvGrpSpPr>
            <p:nvPr/>
          </p:nvGrpSpPr>
          <p:grpSpPr bwMode="auto">
            <a:xfrm>
              <a:off x="724" y="2932"/>
              <a:ext cx="1048" cy="668"/>
              <a:chOff x="724" y="2932"/>
              <a:chExt cx="1048" cy="668"/>
            </a:xfrm>
          </p:grpSpPr>
          <p:sp>
            <p:nvSpPr>
              <p:cNvPr id="86" name="Oval 123"/>
              <p:cNvSpPr>
                <a:spLocks noChangeArrowheads="1"/>
              </p:cNvSpPr>
              <p:nvPr/>
            </p:nvSpPr>
            <p:spPr bwMode="auto">
              <a:xfrm>
                <a:off x="724" y="3364"/>
                <a:ext cx="184" cy="184"/>
              </a:xfrm>
              <a:prstGeom prst="ellipse">
                <a:avLst/>
              </a:prstGeom>
              <a:solidFill>
                <a:schemeClr val="accent1"/>
              </a:solidFill>
              <a:ln w="12700">
                <a:solidFill>
                  <a:schemeClr val="tx1"/>
                </a:solidFill>
                <a:round/>
                <a:headEnd/>
                <a:tailEnd/>
              </a:ln>
            </p:spPr>
            <p:txBody>
              <a:bodyPr wrap="none" anchor="ct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latin typeface="Trebuchet MS" panose="020B0603020202020204" pitchFamily="34" charset="0"/>
                </a:endParaRPr>
              </a:p>
            </p:txBody>
          </p:sp>
          <p:sp>
            <p:nvSpPr>
              <p:cNvPr id="87" name="Rectangle 124"/>
              <p:cNvSpPr>
                <a:spLocks noChangeArrowheads="1"/>
              </p:cNvSpPr>
              <p:nvPr/>
            </p:nvSpPr>
            <p:spPr bwMode="auto">
              <a:xfrm>
                <a:off x="1060" y="3412"/>
                <a:ext cx="280" cy="136"/>
              </a:xfrm>
              <a:prstGeom prst="rect">
                <a:avLst/>
              </a:prstGeom>
              <a:solidFill>
                <a:schemeClr val="accent1"/>
              </a:solidFill>
              <a:ln w="12700">
                <a:solidFill>
                  <a:schemeClr val="tx1"/>
                </a:solidFill>
                <a:miter lim="800000"/>
                <a:headEnd/>
                <a:tailEnd/>
              </a:ln>
            </p:spPr>
            <p:txBody>
              <a:bodyPr wrap="none" anchor="ct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latin typeface="Trebuchet MS" panose="020B0603020202020204" pitchFamily="34" charset="0"/>
                </a:endParaRPr>
              </a:p>
            </p:txBody>
          </p:sp>
          <p:sp>
            <p:nvSpPr>
              <p:cNvPr id="88" name="Rectangle 125"/>
              <p:cNvSpPr>
                <a:spLocks noChangeArrowheads="1"/>
              </p:cNvSpPr>
              <p:nvPr/>
            </p:nvSpPr>
            <p:spPr bwMode="auto">
              <a:xfrm>
                <a:off x="1492" y="3412"/>
                <a:ext cx="280" cy="136"/>
              </a:xfrm>
              <a:prstGeom prst="rect">
                <a:avLst/>
              </a:prstGeom>
              <a:solidFill>
                <a:schemeClr val="accent1"/>
              </a:solidFill>
              <a:ln w="12700">
                <a:solidFill>
                  <a:schemeClr val="tx1"/>
                </a:solidFill>
                <a:miter lim="800000"/>
                <a:headEnd/>
                <a:tailEnd/>
              </a:ln>
            </p:spPr>
            <p:txBody>
              <a:bodyPr wrap="none" anchor="ct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latin typeface="Trebuchet MS" panose="020B0603020202020204" pitchFamily="34" charset="0"/>
                </a:endParaRPr>
              </a:p>
            </p:txBody>
          </p:sp>
          <p:sp>
            <p:nvSpPr>
              <p:cNvPr id="89" name="Oval 126"/>
              <p:cNvSpPr>
                <a:spLocks noChangeArrowheads="1"/>
              </p:cNvSpPr>
              <p:nvPr/>
            </p:nvSpPr>
            <p:spPr bwMode="auto">
              <a:xfrm>
                <a:off x="1540" y="3268"/>
                <a:ext cx="184" cy="184"/>
              </a:xfrm>
              <a:prstGeom prst="ellipse">
                <a:avLst/>
              </a:prstGeom>
              <a:solidFill>
                <a:schemeClr val="accent1"/>
              </a:solidFill>
              <a:ln w="12700">
                <a:solidFill>
                  <a:schemeClr val="tx1"/>
                </a:solidFill>
                <a:round/>
                <a:headEnd/>
                <a:tailEnd/>
              </a:ln>
            </p:spPr>
            <p:txBody>
              <a:bodyPr wrap="none" anchor="ct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latin typeface="Trebuchet MS" panose="020B0603020202020204" pitchFamily="34" charset="0"/>
                </a:endParaRPr>
              </a:p>
            </p:txBody>
          </p:sp>
          <p:sp>
            <p:nvSpPr>
              <p:cNvPr id="90" name="Line 127"/>
              <p:cNvSpPr>
                <a:spLocks noChangeShapeType="1"/>
              </p:cNvSpPr>
              <p:nvPr/>
            </p:nvSpPr>
            <p:spPr bwMode="auto">
              <a:xfrm flipH="1">
                <a:off x="912" y="3456"/>
                <a:ext cx="14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1" name="Line 128"/>
              <p:cNvSpPr>
                <a:spLocks noChangeShapeType="1"/>
              </p:cNvSpPr>
              <p:nvPr/>
            </p:nvSpPr>
            <p:spPr bwMode="auto">
              <a:xfrm flipH="1">
                <a:off x="912" y="3504"/>
                <a:ext cx="14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 name="Oval 129"/>
              <p:cNvSpPr>
                <a:spLocks noChangeArrowheads="1"/>
              </p:cNvSpPr>
              <p:nvPr/>
            </p:nvSpPr>
            <p:spPr bwMode="auto">
              <a:xfrm>
                <a:off x="1108" y="2932"/>
                <a:ext cx="185" cy="184"/>
              </a:xfrm>
              <a:prstGeom prst="ellipse">
                <a:avLst/>
              </a:prstGeom>
              <a:solidFill>
                <a:schemeClr val="accent1"/>
              </a:solidFill>
              <a:ln w="12700">
                <a:solidFill>
                  <a:schemeClr val="tx1"/>
                </a:solidFill>
                <a:round/>
                <a:headEnd/>
                <a:tailEnd/>
              </a:ln>
            </p:spPr>
            <p:txBody>
              <a:bodyPr wrap="none" anchor="ct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latin typeface="Trebuchet MS" panose="020B0603020202020204" pitchFamily="34" charset="0"/>
                </a:endParaRPr>
              </a:p>
            </p:txBody>
          </p:sp>
          <p:sp>
            <p:nvSpPr>
              <p:cNvPr id="93" name="Line 130"/>
              <p:cNvSpPr>
                <a:spLocks noChangeShapeType="1"/>
              </p:cNvSpPr>
              <p:nvPr/>
            </p:nvSpPr>
            <p:spPr bwMode="auto">
              <a:xfrm>
                <a:off x="1344" y="3456"/>
                <a:ext cx="14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 name="Line 131"/>
              <p:cNvSpPr>
                <a:spLocks noChangeShapeType="1"/>
              </p:cNvSpPr>
              <p:nvPr/>
            </p:nvSpPr>
            <p:spPr bwMode="auto">
              <a:xfrm>
                <a:off x="816" y="3600"/>
                <a:ext cx="8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 name="Line 132"/>
              <p:cNvSpPr>
                <a:spLocks noChangeShapeType="1"/>
              </p:cNvSpPr>
              <p:nvPr/>
            </p:nvSpPr>
            <p:spPr bwMode="auto">
              <a:xfrm flipV="1">
                <a:off x="816" y="3552"/>
                <a:ext cx="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 name="Line 133"/>
              <p:cNvSpPr>
                <a:spLocks noChangeShapeType="1"/>
              </p:cNvSpPr>
              <p:nvPr/>
            </p:nvSpPr>
            <p:spPr bwMode="auto">
              <a:xfrm flipV="1">
                <a:off x="1632" y="3552"/>
                <a:ext cx="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 name="Line 134"/>
              <p:cNvSpPr>
                <a:spLocks noChangeShapeType="1"/>
              </p:cNvSpPr>
              <p:nvPr/>
            </p:nvSpPr>
            <p:spPr bwMode="auto">
              <a:xfrm>
                <a:off x="1200" y="3120"/>
                <a:ext cx="0" cy="288"/>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98" name="Line 135"/>
              <p:cNvSpPr>
                <a:spLocks noChangeShapeType="1"/>
              </p:cNvSpPr>
              <p:nvPr/>
            </p:nvSpPr>
            <p:spPr bwMode="auto">
              <a:xfrm flipH="1">
                <a:off x="864" y="3120"/>
                <a:ext cx="240" cy="288"/>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99" name="Line 136"/>
              <p:cNvSpPr>
                <a:spLocks noChangeShapeType="1"/>
              </p:cNvSpPr>
              <p:nvPr/>
            </p:nvSpPr>
            <p:spPr bwMode="auto">
              <a:xfrm>
                <a:off x="1297" y="3072"/>
                <a:ext cx="287" cy="24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9" name="Group 152"/>
            <p:cNvGrpSpPr>
              <a:grpSpLocks/>
            </p:cNvGrpSpPr>
            <p:nvPr/>
          </p:nvGrpSpPr>
          <p:grpSpPr bwMode="auto">
            <a:xfrm>
              <a:off x="1972" y="2932"/>
              <a:ext cx="1048" cy="668"/>
              <a:chOff x="1972" y="2932"/>
              <a:chExt cx="1048" cy="668"/>
            </a:xfrm>
          </p:grpSpPr>
          <p:sp>
            <p:nvSpPr>
              <p:cNvPr id="72" name="Oval 138"/>
              <p:cNvSpPr>
                <a:spLocks noChangeArrowheads="1"/>
              </p:cNvSpPr>
              <p:nvPr/>
            </p:nvSpPr>
            <p:spPr bwMode="auto">
              <a:xfrm>
                <a:off x="1972" y="3364"/>
                <a:ext cx="184" cy="184"/>
              </a:xfrm>
              <a:prstGeom prst="ellipse">
                <a:avLst/>
              </a:prstGeom>
              <a:solidFill>
                <a:schemeClr val="accent1"/>
              </a:solidFill>
              <a:ln w="12700">
                <a:solidFill>
                  <a:schemeClr val="tx1"/>
                </a:solidFill>
                <a:round/>
                <a:headEnd/>
                <a:tailEnd/>
              </a:ln>
            </p:spPr>
            <p:txBody>
              <a:bodyPr wrap="none" anchor="ct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latin typeface="Trebuchet MS" panose="020B0603020202020204" pitchFamily="34" charset="0"/>
                </a:endParaRPr>
              </a:p>
            </p:txBody>
          </p:sp>
          <p:sp>
            <p:nvSpPr>
              <p:cNvPr id="73" name="Rectangle 139"/>
              <p:cNvSpPr>
                <a:spLocks noChangeArrowheads="1"/>
              </p:cNvSpPr>
              <p:nvPr/>
            </p:nvSpPr>
            <p:spPr bwMode="auto">
              <a:xfrm>
                <a:off x="2308" y="3412"/>
                <a:ext cx="280" cy="136"/>
              </a:xfrm>
              <a:prstGeom prst="rect">
                <a:avLst/>
              </a:prstGeom>
              <a:solidFill>
                <a:schemeClr val="accent1"/>
              </a:solidFill>
              <a:ln w="12700">
                <a:solidFill>
                  <a:schemeClr val="tx1"/>
                </a:solidFill>
                <a:miter lim="800000"/>
                <a:headEnd/>
                <a:tailEnd/>
              </a:ln>
            </p:spPr>
            <p:txBody>
              <a:bodyPr wrap="none" anchor="ct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latin typeface="Trebuchet MS" panose="020B0603020202020204" pitchFamily="34" charset="0"/>
                </a:endParaRPr>
              </a:p>
            </p:txBody>
          </p:sp>
          <p:sp>
            <p:nvSpPr>
              <p:cNvPr id="74" name="Rectangle 140"/>
              <p:cNvSpPr>
                <a:spLocks noChangeArrowheads="1"/>
              </p:cNvSpPr>
              <p:nvPr/>
            </p:nvSpPr>
            <p:spPr bwMode="auto">
              <a:xfrm>
                <a:off x="2740" y="3412"/>
                <a:ext cx="280" cy="136"/>
              </a:xfrm>
              <a:prstGeom prst="rect">
                <a:avLst/>
              </a:prstGeom>
              <a:solidFill>
                <a:schemeClr val="accent1"/>
              </a:solidFill>
              <a:ln w="12700">
                <a:solidFill>
                  <a:schemeClr val="tx1"/>
                </a:solidFill>
                <a:miter lim="800000"/>
                <a:headEnd/>
                <a:tailEnd/>
              </a:ln>
            </p:spPr>
            <p:txBody>
              <a:bodyPr wrap="none" anchor="ct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latin typeface="Trebuchet MS" panose="020B0603020202020204" pitchFamily="34" charset="0"/>
                </a:endParaRPr>
              </a:p>
            </p:txBody>
          </p:sp>
          <p:sp>
            <p:nvSpPr>
              <p:cNvPr id="75" name="Oval 141"/>
              <p:cNvSpPr>
                <a:spLocks noChangeArrowheads="1"/>
              </p:cNvSpPr>
              <p:nvPr/>
            </p:nvSpPr>
            <p:spPr bwMode="auto">
              <a:xfrm>
                <a:off x="2788" y="3268"/>
                <a:ext cx="184" cy="184"/>
              </a:xfrm>
              <a:prstGeom prst="ellipse">
                <a:avLst/>
              </a:prstGeom>
              <a:solidFill>
                <a:schemeClr val="accent1"/>
              </a:solidFill>
              <a:ln w="12700">
                <a:solidFill>
                  <a:schemeClr val="tx1"/>
                </a:solidFill>
                <a:round/>
                <a:headEnd/>
                <a:tailEnd/>
              </a:ln>
            </p:spPr>
            <p:txBody>
              <a:bodyPr wrap="none" anchor="ct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latin typeface="Trebuchet MS" panose="020B0603020202020204" pitchFamily="34" charset="0"/>
                </a:endParaRPr>
              </a:p>
            </p:txBody>
          </p:sp>
          <p:sp>
            <p:nvSpPr>
              <p:cNvPr id="76" name="Line 142"/>
              <p:cNvSpPr>
                <a:spLocks noChangeShapeType="1"/>
              </p:cNvSpPr>
              <p:nvPr/>
            </p:nvSpPr>
            <p:spPr bwMode="auto">
              <a:xfrm flipH="1">
                <a:off x="2160" y="3456"/>
                <a:ext cx="14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 name="Line 143"/>
              <p:cNvSpPr>
                <a:spLocks noChangeShapeType="1"/>
              </p:cNvSpPr>
              <p:nvPr/>
            </p:nvSpPr>
            <p:spPr bwMode="auto">
              <a:xfrm flipH="1">
                <a:off x="2160" y="3504"/>
                <a:ext cx="14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8" name="Oval 144"/>
              <p:cNvSpPr>
                <a:spLocks noChangeArrowheads="1"/>
              </p:cNvSpPr>
              <p:nvPr/>
            </p:nvSpPr>
            <p:spPr bwMode="auto">
              <a:xfrm>
                <a:off x="2356" y="2932"/>
                <a:ext cx="185" cy="184"/>
              </a:xfrm>
              <a:prstGeom prst="ellipse">
                <a:avLst/>
              </a:prstGeom>
              <a:solidFill>
                <a:schemeClr val="accent1"/>
              </a:solidFill>
              <a:ln w="12700">
                <a:solidFill>
                  <a:schemeClr val="tx1"/>
                </a:solidFill>
                <a:round/>
                <a:headEnd/>
                <a:tailEnd/>
              </a:ln>
            </p:spPr>
            <p:txBody>
              <a:bodyPr wrap="none" anchor="ct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latin typeface="Trebuchet MS" panose="020B0603020202020204" pitchFamily="34" charset="0"/>
                </a:endParaRPr>
              </a:p>
            </p:txBody>
          </p:sp>
          <p:sp>
            <p:nvSpPr>
              <p:cNvPr id="79" name="Line 145"/>
              <p:cNvSpPr>
                <a:spLocks noChangeShapeType="1"/>
              </p:cNvSpPr>
              <p:nvPr/>
            </p:nvSpPr>
            <p:spPr bwMode="auto">
              <a:xfrm>
                <a:off x="2592" y="3456"/>
                <a:ext cx="14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0" name="Line 146"/>
              <p:cNvSpPr>
                <a:spLocks noChangeShapeType="1"/>
              </p:cNvSpPr>
              <p:nvPr/>
            </p:nvSpPr>
            <p:spPr bwMode="auto">
              <a:xfrm>
                <a:off x="2064" y="3600"/>
                <a:ext cx="8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 name="Line 147"/>
              <p:cNvSpPr>
                <a:spLocks noChangeShapeType="1"/>
              </p:cNvSpPr>
              <p:nvPr/>
            </p:nvSpPr>
            <p:spPr bwMode="auto">
              <a:xfrm flipV="1">
                <a:off x="2064" y="3552"/>
                <a:ext cx="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 name="Line 148"/>
              <p:cNvSpPr>
                <a:spLocks noChangeShapeType="1"/>
              </p:cNvSpPr>
              <p:nvPr/>
            </p:nvSpPr>
            <p:spPr bwMode="auto">
              <a:xfrm flipV="1">
                <a:off x="2880" y="3552"/>
                <a:ext cx="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3" name="Line 149"/>
              <p:cNvSpPr>
                <a:spLocks noChangeShapeType="1"/>
              </p:cNvSpPr>
              <p:nvPr/>
            </p:nvSpPr>
            <p:spPr bwMode="auto">
              <a:xfrm>
                <a:off x="2448" y="3120"/>
                <a:ext cx="0" cy="288"/>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84" name="Line 150"/>
              <p:cNvSpPr>
                <a:spLocks noChangeShapeType="1"/>
              </p:cNvSpPr>
              <p:nvPr/>
            </p:nvSpPr>
            <p:spPr bwMode="auto">
              <a:xfrm flipH="1">
                <a:off x="2112" y="3120"/>
                <a:ext cx="240" cy="288"/>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85" name="Line 151"/>
              <p:cNvSpPr>
                <a:spLocks noChangeShapeType="1"/>
              </p:cNvSpPr>
              <p:nvPr/>
            </p:nvSpPr>
            <p:spPr bwMode="auto">
              <a:xfrm>
                <a:off x="2545" y="3072"/>
                <a:ext cx="287" cy="24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0" name="Group 167"/>
            <p:cNvGrpSpPr>
              <a:grpSpLocks/>
            </p:cNvGrpSpPr>
            <p:nvPr/>
          </p:nvGrpSpPr>
          <p:grpSpPr bwMode="auto">
            <a:xfrm>
              <a:off x="3220" y="2932"/>
              <a:ext cx="1048" cy="668"/>
              <a:chOff x="3220" y="2932"/>
              <a:chExt cx="1048" cy="668"/>
            </a:xfrm>
          </p:grpSpPr>
          <p:sp>
            <p:nvSpPr>
              <p:cNvPr id="58" name="Oval 153"/>
              <p:cNvSpPr>
                <a:spLocks noChangeArrowheads="1"/>
              </p:cNvSpPr>
              <p:nvPr/>
            </p:nvSpPr>
            <p:spPr bwMode="auto">
              <a:xfrm>
                <a:off x="3220" y="3364"/>
                <a:ext cx="184" cy="184"/>
              </a:xfrm>
              <a:prstGeom prst="ellipse">
                <a:avLst/>
              </a:prstGeom>
              <a:solidFill>
                <a:schemeClr val="accent1"/>
              </a:solidFill>
              <a:ln w="12700">
                <a:solidFill>
                  <a:schemeClr val="tx1"/>
                </a:solidFill>
                <a:round/>
                <a:headEnd/>
                <a:tailEnd/>
              </a:ln>
            </p:spPr>
            <p:txBody>
              <a:bodyPr wrap="none" anchor="ct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latin typeface="Trebuchet MS" panose="020B0603020202020204" pitchFamily="34" charset="0"/>
                </a:endParaRPr>
              </a:p>
            </p:txBody>
          </p:sp>
          <p:sp>
            <p:nvSpPr>
              <p:cNvPr id="59" name="Rectangle 154"/>
              <p:cNvSpPr>
                <a:spLocks noChangeArrowheads="1"/>
              </p:cNvSpPr>
              <p:nvPr/>
            </p:nvSpPr>
            <p:spPr bwMode="auto">
              <a:xfrm>
                <a:off x="3556" y="3412"/>
                <a:ext cx="280" cy="136"/>
              </a:xfrm>
              <a:prstGeom prst="rect">
                <a:avLst/>
              </a:prstGeom>
              <a:solidFill>
                <a:schemeClr val="accent1"/>
              </a:solidFill>
              <a:ln w="12700">
                <a:solidFill>
                  <a:schemeClr val="tx1"/>
                </a:solidFill>
                <a:miter lim="800000"/>
                <a:headEnd/>
                <a:tailEnd/>
              </a:ln>
            </p:spPr>
            <p:txBody>
              <a:bodyPr wrap="none" anchor="ct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latin typeface="Trebuchet MS" panose="020B0603020202020204" pitchFamily="34" charset="0"/>
                </a:endParaRPr>
              </a:p>
            </p:txBody>
          </p:sp>
          <p:sp>
            <p:nvSpPr>
              <p:cNvPr id="60" name="Rectangle 155"/>
              <p:cNvSpPr>
                <a:spLocks noChangeArrowheads="1"/>
              </p:cNvSpPr>
              <p:nvPr/>
            </p:nvSpPr>
            <p:spPr bwMode="auto">
              <a:xfrm>
                <a:off x="3988" y="3412"/>
                <a:ext cx="280" cy="136"/>
              </a:xfrm>
              <a:prstGeom prst="rect">
                <a:avLst/>
              </a:prstGeom>
              <a:solidFill>
                <a:schemeClr val="accent1"/>
              </a:solidFill>
              <a:ln w="12700">
                <a:solidFill>
                  <a:schemeClr val="tx1"/>
                </a:solidFill>
                <a:miter lim="800000"/>
                <a:headEnd/>
                <a:tailEnd/>
              </a:ln>
            </p:spPr>
            <p:txBody>
              <a:bodyPr wrap="none" anchor="ct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latin typeface="Trebuchet MS" panose="020B0603020202020204" pitchFamily="34" charset="0"/>
                </a:endParaRPr>
              </a:p>
            </p:txBody>
          </p:sp>
          <p:sp>
            <p:nvSpPr>
              <p:cNvPr id="61" name="Oval 156"/>
              <p:cNvSpPr>
                <a:spLocks noChangeArrowheads="1"/>
              </p:cNvSpPr>
              <p:nvPr/>
            </p:nvSpPr>
            <p:spPr bwMode="auto">
              <a:xfrm>
                <a:off x="4036" y="3268"/>
                <a:ext cx="184" cy="184"/>
              </a:xfrm>
              <a:prstGeom prst="ellipse">
                <a:avLst/>
              </a:prstGeom>
              <a:solidFill>
                <a:schemeClr val="accent1"/>
              </a:solidFill>
              <a:ln w="12700">
                <a:solidFill>
                  <a:schemeClr val="tx1"/>
                </a:solidFill>
                <a:round/>
                <a:headEnd/>
                <a:tailEnd/>
              </a:ln>
            </p:spPr>
            <p:txBody>
              <a:bodyPr wrap="none" anchor="ct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latin typeface="Trebuchet MS" panose="020B0603020202020204" pitchFamily="34" charset="0"/>
                </a:endParaRPr>
              </a:p>
            </p:txBody>
          </p:sp>
          <p:sp>
            <p:nvSpPr>
              <p:cNvPr id="62" name="Line 157"/>
              <p:cNvSpPr>
                <a:spLocks noChangeShapeType="1"/>
              </p:cNvSpPr>
              <p:nvPr/>
            </p:nvSpPr>
            <p:spPr bwMode="auto">
              <a:xfrm flipH="1">
                <a:off x="3408" y="3456"/>
                <a:ext cx="14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 name="Line 158"/>
              <p:cNvSpPr>
                <a:spLocks noChangeShapeType="1"/>
              </p:cNvSpPr>
              <p:nvPr/>
            </p:nvSpPr>
            <p:spPr bwMode="auto">
              <a:xfrm flipH="1">
                <a:off x="3408" y="3504"/>
                <a:ext cx="14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 name="Oval 159"/>
              <p:cNvSpPr>
                <a:spLocks noChangeArrowheads="1"/>
              </p:cNvSpPr>
              <p:nvPr/>
            </p:nvSpPr>
            <p:spPr bwMode="auto">
              <a:xfrm>
                <a:off x="3604" y="2932"/>
                <a:ext cx="185" cy="184"/>
              </a:xfrm>
              <a:prstGeom prst="ellipse">
                <a:avLst/>
              </a:prstGeom>
              <a:solidFill>
                <a:schemeClr val="accent1"/>
              </a:solidFill>
              <a:ln w="12700">
                <a:solidFill>
                  <a:schemeClr val="tx1"/>
                </a:solidFill>
                <a:round/>
                <a:headEnd/>
                <a:tailEnd/>
              </a:ln>
            </p:spPr>
            <p:txBody>
              <a:bodyPr wrap="none" anchor="ct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latin typeface="Trebuchet MS" panose="020B0603020202020204" pitchFamily="34" charset="0"/>
                </a:endParaRPr>
              </a:p>
            </p:txBody>
          </p:sp>
          <p:sp>
            <p:nvSpPr>
              <p:cNvPr id="65" name="Line 160"/>
              <p:cNvSpPr>
                <a:spLocks noChangeShapeType="1"/>
              </p:cNvSpPr>
              <p:nvPr/>
            </p:nvSpPr>
            <p:spPr bwMode="auto">
              <a:xfrm>
                <a:off x="3840" y="3456"/>
                <a:ext cx="14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 name="Line 161"/>
              <p:cNvSpPr>
                <a:spLocks noChangeShapeType="1"/>
              </p:cNvSpPr>
              <p:nvPr/>
            </p:nvSpPr>
            <p:spPr bwMode="auto">
              <a:xfrm>
                <a:off x="3312" y="3600"/>
                <a:ext cx="8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 name="Line 162"/>
              <p:cNvSpPr>
                <a:spLocks noChangeShapeType="1"/>
              </p:cNvSpPr>
              <p:nvPr/>
            </p:nvSpPr>
            <p:spPr bwMode="auto">
              <a:xfrm flipV="1">
                <a:off x="3312" y="3552"/>
                <a:ext cx="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 name="Line 163"/>
              <p:cNvSpPr>
                <a:spLocks noChangeShapeType="1"/>
              </p:cNvSpPr>
              <p:nvPr/>
            </p:nvSpPr>
            <p:spPr bwMode="auto">
              <a:xfrm flipV="1">
                <a:off x="4128" y="3552"/>
                <a:ext cx="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 name="Line 164"/>
              <p:cNvSpPr>
                <a:spLocks noChangeShapeType="1"/>
              </p:cNvSpPr>
              <p:nvPr/>
            </p:nvSpPr>
            <p:spPr bwMode="auto">
              <a:xfrm>
                <a:off x="3696" y="3120"/>
                <a:ext cx="0" cy="288"/>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70" name="Line 165"/>
              <p:cNvSpPr>
                <a:spLocks noChangeShapeType="1"/>
              </p:cNvSpPr>
              <p:nvPr/>
            </p:nvSpPr>
            <p:spPr bwMode="auto">
              <a:xfrm flipH="1">
                <a:off x="3360" y="3120"/>
                <a:ext cx="240" cy="288"/>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71" name="Line 166"/>
              <p:cNvSpPr>
                <a:spLocks noChangeShapeType="1"/>
              </p:cNvSpPr>
              <p:nvPr/>
            </p:nvSpPr>
            <p:spPr bwMode="auto">
              <a:xfrm>
                <a:off x="3793" y="3072"/>
                <a:ext cx="287" cy="24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1" name="Group 182"/>
            <p:cNvGrpSpPr>
              <a:grpSpLocks/>
            </p:cNvGrpSpPr>
            <p:nvPr/>
          </p:nvGrpSpPr>
          <p:grpSpPr bwMode="auto">
            <a:xfrm>
              <a:off x="4468" y="2932"/>
              <a:ext cx="1048" cy="668"/>
              <a:chOff x="4468" y="2932"/>
              <a:chExt cx="1048" cy="668"/>
            </a:xfrm>
          </p:grpSpPr>
          <p:sp>
            <p:nvSpPr>
              <p:cNvPr id="44" name="Oval 168"/>
              <p:cNvSpPr>
                <a:spLocks noChangeArrowheads="1"/>
              </p:cNvSpPr>
              <p:nvPr/>
            </p:nvSpPr>
            <p:spPr bwMode="auto">
              <a:xfrm>
                <a:off x="4468" y="3364"/>
                <a:ext cx="184" cy="184"/>
              </a:xfrm>
              <a:prstGeom prst="ellipse">
                <a:avLst/>
              </a:prstGeom>
              <a:solidFill>
                <a:schemeClr val="accent1"/>
              </a:solidFill>
              <a:ln w="12700">
                <a:solidFill>
                  <a:schemeClr val="tx1"/>
                </a:solidFill>
                <a:round/>
                <a:headEnd/>
                <a:tailEnd/>
              </a:ln>
            </p:spPr>
            <p:txBody>
              <a:bodyPr wrap="none" anchor="ct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latin typeface="Trebuchet MS" panose="020B0603020202020204" pitchFamily="34" charset="0"/>
                </a:endParaRPr>
              </a:p>
            </p:txBody>
          </p:sp>
          <p:sp>
            <p:nvSpPr>
              <p:cNvPr id="45" name="Rectangle 169"/>
              <p:cNvSpPr>
                <a:spLocks noChangeArrowheads="1"/>
              </p:cNvSpPr>
              <p:nvPr/>
            </p:nvSpPr>
            <p:spPr bwMode="auto">
              <a:xfrm>
                <a:off x="4804" y="3412"/>
                <a:ext cx="280" cy="136"/>
              </a:xfrm>
              <a:prstGeom prst="rect">
                <a:avLst/>
              </a:prstGeom>
              <a:solidFill>
                <a:schemeClr val="accent1"/>
              </a:solidFill>
              <a:ln w="12700">
                <a:solidFill>
                  <a:schemeClr val="tx1"/>
                </a:solidFill>
                <a:miter lim="800000"/>
                <a:headEnd/>
                <a:tailEnd/>
              </a:ln>
            </p:spPr>
            <p:txBody>
              <a:bodyPr wrap="none" anchor="ct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latin typeface="Trebuchet MS" panose="020B0603020202020204" pitchFamily="34" charset="0"/>
                </a:endParaRPr>
              </a:p>
            </p:txBody>
          </p:sp>
          <p:sp>
            <p:nvSpPr>
              <p:cNvPr id="46" name="Rectangle 170"/>
              <p:cNvSpPr>
                <a:spLocks noChangeArrowheads="1"/>
              </p:cNvSpPr>
              <p:nvPr/>
            </p:nvSpPr>
            <p:spPr bwMode="auto">
              <a:xfrm>
                <a:off x="5236" y="3412"/>
                <a:ext cx="280" cy="136"/>
              </a:xfrm>
              <a:prstGeom prst="rect">
                <a:avLst/>
              </a:prstGeom>
              <a:solidFill>
                <a:schemeClr val="accent1"/>
              </a:solidFill>
              <a:ln w="12700">
                <a:solidFill>
                  <a:schemeClr val="tx1"/>
                </a:solidFill>
                <a:miter lim="800000"/>
                <a:headEnd/>
                <a:tailEnd/>
              </a:ln>
            </p:spPr>
            <p:txBody>
              <a:bodyPr wrap="none" anchor="ct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latin typeface="Trebuchet MS" panose="020B0603020202020204" pitchFamily="34" charset="0"/>
                </a:endParaRPr>
              </a:p>
            </p:txBody>
          </p:sp>
          <p:sp>
            <p:nvSpPr>
              <p:cNvPr id="47" name="Oval 171"/>
              <p:cNvSpPr>
                <a:spLocks noChangeArrowheads="1"/>
              </p:cNvSpPr>
              <p:nvPr/>
            </p:nvSpPr>
            <p:spPr bwMode="auto">
              <a:xfrm>
                <a:off x="5284" y="3268"/>
                <a:ext cx="184" cy="184"/>
              </a:xfrm>
              <a:prstGeom prst="ellipse">
                <a:avLst/>
              </a:prstGeom>
              <a:solidFill>
                <a:schemeClr val="accent1"/>
              </a:solidFill>
              <a:ln w="12700">
                <a:solidFill>
                  <a:schemeClr val="tx1"/>
                </a:solidFill>
                <a:round/>
                <a:headEnd/>
                <a:tailEnd/>
              </a:ln>
            </p:spPr>
            <p:txBody>
              <a:bodyPr wrap="none" anchor="ct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latin typeface="Trebuchet MS" panose="020B0603020202020204" pitchFamily="34" charset="0"/>
                </a:endParaRPr>
              </a:p>
            </p:txBody>
          </p:sp>
          <p:sp>
            <p:nvSpPr>
              <p:cNvPr id="48" name="Line 172"/>
              <p:cNvSpPr>
                <a:spLocks noChangeShapeType="1"/>
              </p:cNvSpPr>
              <p:nvPr/>
            </p:nvSpPr>
            <p:spPr bwMode="auto">
              <a:xfrm flipH="1">
                <a:off x="4656" y="3456"/>
                <a:ext cx="14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 name="Line 173"/>
              <p:cNvSpPr>
                <a:spLocks noChangeShapeType="1"/>
              </p:cNvSpPr>
              <p:nvPr/>
            </p:nvSpPr>
            <p:spPr bwMode="auto">
              <a:xfrm flipH="1">
                <a:off x="4656" y="3504"/>
                <a:ext cx="14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0" name="Oval 174"/>
              <p:cNvSpPr>
                <a:spLocks noChangeArrowheads="1"/>
              </p:cNvSpPr>
              <p:nvPr/>
            </p:nvSpPr>
            <p:spPr bwMode="auto">
              <a:xfrm>
                <a:off x="4852" y="2932"/>
                <a:ext cx="185" cy="184"/>
              </a:xfrm>
              <a:prstGeom prst="ellipse">
                <a:avLst/>
              </a:prstGeom>
              <a:solidFill>
                <a:schemeClr val="accent1"/>
              </a:solidFill>
              <a:ln w="12700">
                <a:solidFill>
                  <a:schemeClr val="tx1"/>
                </a:solidFill>
                <a:round/>
                <a:headEnd/>
                <a:tailEnd/>
              </a:ln>
            </p:spPr>
            <p:txBody>
              <a:bodyPr wrap="none" anchor="ct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latin typeface="Trebuchet MS" panose="020B0603020202020204" pitchFamily="34" charset="0"/>
                </a:endParaRPr>
              </a:p>
            </p:txBody>
          </p:sp>
          <p:sp>
            <p:nvSpPr>
              <p:cNvPr id="51" name="Line 175"/>
              <p:cNvSpPr>
                <a:spLocks noChangeShapeType="1"/>
              </p:cNvSpPr>
              <p:nvPr/>
            </p:nvSpPr>
            <p:spPr bwMode="auto">
              <a:xfrm>
                <a:off x="5088" y="3456"/>
                <a:ext cx="14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 name="Line 176"/>
              <p:cNvSpPr>
                <a:spLocks noChangeShapeType="1"/>
              </p:cNvSpPr>
              <p:nvPr/>
            </p:nvSpPr>
            <p:spPr bwMode="auto">
              <a:xfrm>
                <a:off x="4560" y="3600"/>
                <a:ext cx="8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 name="Line 177"/>
              <p:cNvSpPr>
                <a:spLocks noChangeShapeType="1"/>
              </p:cNvSpPr>
              <p:nvPr/>
            </p:nvSpPr>
            <p:spPr bwMode="auto">
              <a:xfrm flipV="1">
                <a:off x="4560" y="3552"/>
                <a:ext cx="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 name="Line 178"/>
              <p:cNvSpPr>
                <a:spLocks noChangeShapeType="1"/>
              </p:cNvSpPr>
              <p:nvPr/>
            </p:nvSpPr>
            <p:spPr bwMode="auto">
              <a:xfrm flipV="1">
                <a:off x="5376" y="3552"/>
                <a:ext cx="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 name="Line 179"/>
              <p:cNvSpPr>
                <a:spLocks noChangeShapeType="1"/>
              </p:cNvSpPr>
              <p:nvPr/>
            </p:nvSpPr>
            <p:spPr bwMode="auto">
              <a:xfrm>
                <a:off x="4944" y="3120"/>
                <a:ext cx="0" cy="288"/>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6" name="Line 180"/>
              <p:cNvSpPr>
                <a:spLocks noChangeShapeType="1"/>
              </p:cNvSpPr>
              <p:nvPr/>
            </p:nvSpPr>
            <p:spPr bwMode="auto">
              <a:xfrm flipH="1">
                <a:off x="4608" y="3120"/>
                <a:ext cx="240" cy="288"/>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7" name="Line 181"/>
              <p:cNvSpPr>
                <a:spLocks noChangeShapeType="1"/>
              </p:cNvSpPr>
              <p:nvPr/>
            </p:nvSpPr>
            <p:spPr bwMode="auto">
              <a:xfrm>
                <a:off x="5041" y="3072"/>
                <a:ext cx="287" cy="24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2" name="Line 183"/>
            <p:cNvSpPr>
              <a:spLocks noChangeShapeType="1"/>
            </p:cNvSpPr>
            <p:nvPr/>
          </p:nvSpPr>
          <p:spPr bwMode="auto">
            <a:xfrm>
              <a:off x="1776" y="1680"/>
              <a:ext cx="9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 name="Line 184"/>
            <p:cNvSpPr>
              <a:spLocks noChangeShapeType="1"/>
            </p:cNvSpPr>
            <p:nvPr/>
          </p:nvSpPr>
          <p:spPr bwMode="auto">
            <a:xfrm>
              <a:off x="3024" y="1680"/>
              <a:ext cx="9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 name="Line 185"/>
            <p:cNvSpPr>
              <a:spLocks noChangeShapeType="1"/>
            </p:cNvSpPr>
            <p:nvPr/>
          </p:nvSpPr>
          <p:spPr bwMode="auto">
            <a:xfrm>
              <a:off x="4272" y="1680"/>
              <a:ext cx="9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 name="Line 186"/>
            <p:cNvSpPr>
              <a:spLocks noChangeShapeType="1"/>
            </p:cNvSpPr>
            <p:nvPr/>
          </p:nvSpPr>
          <p:spPr bwMode="auto">
            <a:xfrm>
              <a:off x="5520" y="1680"/>
              <a:ext cx="9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 name="Line 187"/>
            <p:cNvSpPr>
              <a:spLocks noChangeShapeType="1"/>
            </p:cNvSpPr>
            <p:nvPr/>
          </p:nvSpPr>
          <p:spPr bwMode="auto">
            <a:xfrm>
              <a:off x="5520" y="2592"/>
              <a:ext cx="9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 name="Line 188"/>
            <p:cNvSpPr>
              <a:spLocks noChangeShapeType="1"/>
            </p:cNvSpPr>
            <p:nvPr/>
          </p:nvSpPr>
          <p:spPr bwMode="auto">
            <a:xfrm>
              <a:off x="4272" y="2592"/>
              <a:ext cx="9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 name="Line 189"/>
            <p:cNvSpPr>
              <a:spLocks noChangeShapeType="1"/>
            </p:cNvSpPr>
            <p:nvPr/>
          </p:nvSpPr>
          <p:spPr bwMode="auto">
            <a:xfrm>
              <a:off x="3024" y="2592"/>
              <a:ext cx="9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 name="Line 190"/>
            <p:cNvSpPr>
              <a:spLocks noChangeShapeType="1"/>
            </p:cNvSpPr>
            <p:nvPr/>
          </p:nvSpPr>
          <p:spPr bwMode="auto">
            <a:xfrm>
              <a:off x="1776" y="2592"/>
              <a:ext cx="9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 name="Line 191"/>
            <p:cNvSpPr>
              <a:spLocks noChangeShapeType="1"/>
            </p:cNvSpPr>
            <p:nvPr/>
          </p:nvSpPr>
          <p:spPr bwMode="auto">
            <a:xfrm>
              <a:off x="1776" y="3504"/>
              <a:ext cx="9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 name="Line 192"/>
            <p:cNvSpPr>
              <a:spLocks noChangeShapeType="1"/>
            </p:cNvSpPr>
            <p:nvPr/>
          </p:nvSpPr>
          <p:spPr bwMode="auto">
            <a:xfrm>
              <a:off x="3024" y="3504"/>
              <a:ext cx="9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 name="Line 193"/>
            <p:cNvSpPr>
              <a:spLocks noChangeShapeType="1"/>
            </p:cNvSpPr>
            <p:nvPr/>
          </p:nvSpPr>
          <p:spPr bwMode="auto">
            <a:xfrm>
              <a:off x="4272" y="3504"/>
              <a:ext cx="9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 name="Line 194"/>
            <p:cNvSpPr>
              <a:spLocks noChangeShapeType="1"/>
            </p:cNvSpPr>
            <p:nvPr/>
          </p:nvSpPr>
          <p:spPr bwMode="auto">
            <a:xfrm>
              <a:off x="5520" y="3504"/>
              <a:ext cx="9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 name="Line 195"/>
            <p:cNvSpPr>
              <a:spLocks noChangeShapeType="1"/>
            </p:cNvSpPr>
            <p:nvPr/>
          </p:nvSpPr>
          <p:spPr bwMode="auto">
            <a:xfrm>
              <a:off x="1872" y="1680"/>
              <a:ext cx="0" cy="206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 name="Line 196"/>
            <p:cNvSpPr>
              <a:spLocks noChangeShapeType="1"/>
            </p:cNvSpPr>
            <p:nvPr/>
          </p:nvSpPr>
          <p:spPr bwMode="auto">
            <a:xfrm>
              <a:off x="3120" y="1680"/>
              <a:ext cx="0" cy="206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 name="Line 197"/>
            <p:cNvSpPr>
              <a:spLocks noChangeShapeType="1"/>
            </p:cNvSpPr>
            <p:nvPr/>
          </p:nvSpPr>
          <p:spPr bwMode="auto">
            <a:xfrm>
              <a:off x="4368" y="1680"/>
              <a:ext cx="0" cy="206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 name="Line 198"/>
            <p:cNvSpPr>
              <a:spLocks noChangeShapeType="1"/>
            </p:cNvSpPr>
            <p:nvPr/>
          </p:nvSpPr>
          <p:spPr bwMode="auto">
            <a:xfrm>
              <a:off x="624" y="1824"/>
              <a:ext cx="499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 name="Line 199"/>
            <p:cNvSpPr>
              <a:spLocks noChangeShapeType="1"/>
            </p:cNvSpPr>
            <p:nvPr/>
          </p:nvSpPr>
          <p:spPr bwMode="auto">
            <a:xfrm>
              <a:off x="5616" y="1680"/>
              <a:ext cx="0" cy="206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 name="Line 200"/>
            <p:cNvSpPr>
              <a:spLocks noChangeShapeType="1"/>
            </p:cNvSpPr>
            <p:nvPr/>
          </p:nvSpPr>
          <p:spPr bwMode="auto">
            <a:xfrm>
              <a:off x="624" y="2784"/>
              <a:ext cx="499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 name="Line 201"/>
            <p:cNvSpPr>
              <a:spLocks noChangeShapeType="1"/>
            </p:cNvSpPr>
            <p:nvPr/>
          </p:nvSpPr>
          <p:spPr bwMode="auto">
            <a:xfrm>
              <a:off x="624" y="3744"/>
              <a:ext cx="499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 name="Line 202"/>
            <p:cNvSpPr>
              <a:spLocks noChangeShapeType="1"/>
            </p:cNvSpPr>
            <p:nvPr/>
          </p:nvSpPr>
          <p:spPr bwMode="auto">
            <a:xfrm>
              <a:off x="624" y="1680"/>
              <a:ext cx="0" cy="206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 name="Rectangle 203"/>
            <p:cNvSpPr>
              <a:spLocks noChangeArrowheads="1"/>
            </p:cNvSpPr>
            <p:nvPr/>
          </p:nvSpPr>
          <p:spPr bwMode="auto">
            <a:xfrm>
              <a:off x="580" y="1636"/>
              <a:ext cx="89" cy="40"/>
            </a:xfrm>
            <a:prstGeom prst="rect">
              <a:avLst/>
            </a:prstGeom>
            <a:solidFill>
              <a:schemeClr val="accent1"/>
            </a:solidFill>
            <a:ln w="12700">
              <a:solidFill>
                <a:schemeClr val="tx1"/>
              </a:solidFill>
              <a:miter lim="800000"/>
              <a:headEnd/>
              <a:tailEnd/>
            </a:ln>
          </p:spPr>
          <p:txBody>
            <a:bodyPr wrap="none" anchor="ct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latin typeface="Trebuchet MS" panose="020B0603020202020204" pitchFamily="34" charset="0"/>
              </a:endParaRPr>
            </a:p>
          </p:txBody>
        </p:sp>
        <p:sp>
          <p:nvSpPr>
            <p:cNvPr id="43" name="Line 204"/>
            <p:cNvSpPr>
              <a:spLocks noChangeShapeType="1"/>
            </p:cNvSpPr>
            <p:nvPr/>
          </p:nvSpPr>
          <p:spPr bwMode="auto">
            <a:xfrm flipV="1">
              <a:off x="624" y="1104"/>
              <a:ext cx="0" cy="528"/>
            </a:xfrm>
            <a:prstGeom prst="line">
              <a:avLst/>
            </a:prstGeom>
            <a:noFill/>
            <a:ln w="127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grpSp>
    </p:spTree>
    <p:extLst>
      <p:ext uri="{BB962C8B-B14F-4D97-AF65-F5344CB8AC3E}">
        <p14:creationId xmlns:p14="http://schemas.microsoft.com/office/powerpoint/2010/main" val="23130928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FB2C9F7-B3A1-41AE-A47C-2CB56B33F293}"/>
              </a:ext>
            </a:extLst>
          </p:cNvPr>
          <p:cNvSpPr>
            <a:spLocks noGrp="1"/>
          </p:cNvSpPr>
          <p:nvPr>
            <p:ph type="title"/>
          </p:nvPr>
        </p:nvSpPr>
        <p:spPr>
          <a:xfrm>
            <a:off x="644951" y="607124"/>
            <a:ext cx="13340500" cy="683264"/>
          </a:xfrm>
        </p:spPr>
        <p:txBody>
          <a:bodyPr/>
          <a:lstStyle/>
          <a:p>
            <a:r>
              <a:rPr lang="en-US" altLang="en-US" dirty="0"/>
              <a:t>What Setting the Control Does</a:t>
            </a:r>
            <a:endParaRPr lang="en-US" dirty="0"/>
          </a:p>
        </p:txBody>
      </p:sp>
      <p:sp>
        <p:nvSpPr>
          <p:cNvPr id="6" name="Slide Number Placeholder 5"/>
          <p:cNvSpPr>
            <a:spLocks noGrp="1"/>
          </p:cNvSpPr>
          <p:nvPr>
            <p:ph type="sldNum" sz="quarter" idx="10"/>
          </p:nvPr>
        </p:nvSpPr>
        <p:spPr/>
        <p:txBody>
          <a:bodyPr/>
          <a:lstStyle/>
          <a:p>
            <a:fld id="{19A725F3-83D0-4529-A15C-9D644B8C51E0}" type="slidenum">
              <a:rPr lang="en-US" smtClean="0"/>
              <a:pPr/>
              <a:t>4</a:t>
            </a:fld>
            <a:endParaRPr lang="en-US"/>
          </a:p>
        </p:txBody>
      </p:sp>
      <p:sp>
        <p:nvSpPr>
          <p:cNvPr id="5" name="Date Placeholder 4"/>
          <p:cNvSpPr>
            <a:spLocks noGrp="1"/>
          </p:cNvSpPr>
          <p:nvPr>
            <p:ph type="dt" sz="half" idx="12"/>
          </p:nvPr>
        </p:nvSpPr>
        <p:spPr/>
        <p:txBody>
          <a:bodyPr/>
          <a:lstStyle/>
          <a:p>
            <a:fld id="{BB264CA5-94F0-484D-AB8B-BB4D1388E752}" type="datetime1">
              <a:rPr lang="en-US" smtClean="0"/>
              <a:t>1/7/2020</a:t>
            </a:fld>
            <a:endParaRPr lang="en-US" dirty="0"/>
          </a:p>
        </p:txBody>
      </p:sp>
      <p:sp>
        <p:nvSpPr>
          <p:cNvPr id="3" name="Rectangle 2"/>
          <p:cNvSpPr/>
          <p:nvPr/>
        </p:nvSpPr>
        <p:spPr>
          <a:xfrm>
            <a:off x="2571750" y="2041504"/>
            <a:ext cx="9715500" cy="1692771"/>
          </a:xfrm>
          <a:prstGeom prst="rect">
            <a:avLst/>
          </a:prstGeom>
        </p:spPr>
        <p:txBody>
          <a:bodyPr wrap="square">
            <a:spAutoFit/>
          </a:bodyPr>
          <a:lstStyle/>
          <a:p>
            <a:r>
              <a:rPr lang="en-US" altLang="en-US" dirty="0">
                <a:latin typeface="+mj-lt"/>
              </a:rPr>
              <a:t>Defining the Set information for the Management &amp; Control elements identifies the resources and the mechanisms required to monitor &amp; control the Process, Screen and Store elements within the Uniphase.</a:t>
            </a:r>
          </a:p>
        </p:txBody>
      </p:sp>
    </p:spTree>
    <p:extLst>
      <p:ext uri="{BB962C8B-B14F-4D97-AF65-F5344CB8AC3E}">
        <p14:creationId xmlns:p14="http://schemas.microsoft.com/office/powerpoint/2010/main" val="40280832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B200424-A342-4DFF-A0BC-D86A91911376}"/>
              </a:ext>
            </a:extLst>
          </p:cNvPr>
          <p:cNvSpPr>
            <a:spLocks noGrp="1"/>
          </p:cNvSpPr>
          <p:nvPr>
            <p:ph type="title"/>
          </p:nvPr>
        </p:nvSpPr>
        <p:spPr>
          <a:xfrm>
            <a:off x="644951" y="607124"/>
            <a:ext cx="13340500" cy="683264"/>
          </a:xfrm>
        </p:spPr>
        <p:txBody>
          <a:bodyPr/>
          <a:lstStyle/>
          <a:p>
            <a:r>
              <a:rPr lang="en-US" altLang="en-US" dirty="0"/>
              <a:t>Uniphase Control Flow</a:t>
            </a:r>
            <a:endParaRPr lang="en-US" dirty="0"/>
          </a:p>
        </p:txBody>
      </p:sp>
      <p:sp>
        <p:nvSpPr>
          <p:cNvPr id="6" name="Slide Number Placeholder 5"/>
          <p:cNvSpPr>
            <a:spLocks noGrp="1"/>
          </p:cNvSpPr>
          <p:nvPr>
            <p:ph type="sldNum" sz="quarter" idx="10"/>
          </p:nvPr>
        </p:nvSpPr>
        <p:spPr/>
        <p:txBody>
          <a:bodyPr/>
          <a:lstStyle/>
          <a:p>
            <a:fld id="{19A725F3-83D0-4529-A15C-9D644B8C51E0}" type="slidenum">
              <a:rPr lang="en-US" smtClean="0"/>
              <a:pPr/>
              <a:t>5</a:t>
            </a:fld>
            <a:endParaRPr lang="en-US"/>
          </a:p>
        </p:txBody>
      </p:sp>
      <p:sp>
        <p:nvSpPr>
          <p:cNvPr id="5" name="Date Placeholder 4"/>
          <p:cNvSpPr>
            <a:spLocks noGrp="1"/>
          </p:cNvSpPr>
          <p:nvPr>
            <p:ph type="dt" sz="half" idx="12"/>
          </p:nvPr>
        </p:nvSpPr>
        <p:spPr/>
        <p:txBody>
          <a:bodyPr/>
          <a:lstStyle/>
          <a:p>
            <a:fld id="{064826A4-EB34-4901-8E84-3BB955E42815}" type="datetime1">
              <a:rPr lang="en-US" smtClean="0"/>
              <a:t>1/7/2020</a:t>
            </a:fld>
            <a:endParaRPr lang="en-US" dirty="0"/>
          </a:p>
        </p:txBody>
      </p:sp>
      <p:grpSp>
        <p:nvGrpSpPr>
          <p:cNvPr id="8" name="Group 15"/>
          <p:cNvGrpSpPr>
            <a:grpSpLocks/>
          </p:cNvGrpSpPr>
          <p:nvPr/>
        </p:nvGrpSpPr>
        <p:grpSpPr bwMode="auto">
          <a:xfrm>
            <a:off x="1645920" y="1620293"/>
            <a:ext cx="11703050" cy="5226050"/>
            <a:chOff x="584" y="1028"/>
            <a:chExt cx="4832" cy="2852"/>
          </a:xfrm>
        </p:grpSpPr>
        <p:sp>
          <p:nvSpPr>
            <p:cNvPr id="9" name="Oval 3"/>
            <p:cNvSpPr>
              <a:spLocks noChangeArrowheads="1"/>
            </p:cNvSpPr>
            <p:nvPr/>
          </p:nvSpPr>
          <p:spPr bwMode="auto">
            <a:xfrm>
              <a:off x="2255" y="1028"/>
              <a:ext cx="1194" cy="1172"/>
            </a:xfrm>
            <a:prstGeom prst="ellipse">
              <a:avLst/>
            </a:prstGeom>
            <a:solidFill>
              <a:srgbClr val="C1CEFF"/>
            </a:solidFill>
            <a:ln w="25400">
              <a:solidFill>
                <a:schemeClr val="tx1"/>
              </a:solidFill>
              <a:round/>
              <a:headEnd/>
              <a:tailEnd/>
            </a:ln>
          </p:spPr>
          <p:txBody>
            <a:bodyPr wrap="none" anchor="ct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latin typeface="Trebuchet MS" panose="020B0603020202020204" pitchFamily="34" charset="0"/>
              </a:endParaRPr>
            </a:p>
          </p:txBody>
        </p:sp>
        <p:sp>
          <p:nvSpPr>
            <p:cNvPr id="10" name="Oval 4"/>
            <p:cNvSpPr>
              <a:spLocks noChangeArrowheads="1"/>
            </p:cNvSpPr>
            <p:nvPr/>
          </p:nvSpPr>
          <p:spPr bwMode="auto">
            <a:xfrm>
              <a:off x="584" y="2708"/>
              <a:ext cx="1193" cy="1172"/>
            </a:xfrm>
            <a:prstGeom prst="ellipse">
              <a:avLst/>
            </a:prstGeom>
            <a:solidFill>
              <a:srgbClr val="C1CEFF"/>
            </a:solidFill>
            <a:ln w="25400">
              <a:solidFill>
                <a:schemeClr val="tx1"/>
              </a:solidFill>
              <a:round/>
              <a:headEnd/>
              <a:tailEnd/>
            </a:ln>
          </p:spPr>
          <p:txBody>
            <a:bodyPr wrap="none" anchor="ct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latin typeface="Trebuchet MS" panose="020B0603020202020204" pitchFamily="34" charset="0"/>
              </a:endParaRPr>
            </a:p>
          </p:txBody>
        </p:sp>
        <p:sp>
          <p:nvSpPr>
            <p:cNvPr id="11" name="Rectangle 5"/>
            <p:cNvSpPr>
              <a:spLocks noChangeArrowheads="1"/>
            </p:cNvSpPr>
            <p:nvPr/>
          </p:nvSpPr>
          <p:spPr bwMode="auto">
            <a:xfrm>
              <a:off x="2232" y="2984"/>
              <a:ext cx="1347" cy="872"/>
            </a:xfrm>
            <a:prstGeom prst="rect">
              <a:avLst/>
            </a:prstGeom>
            <a:solidFill>
              <a:srgbClr val="C1CEFF"/>
            </a:solidFill>
            <a:ln w="25400">
              <a:solidFill>
                <a:schemeClr val="tx1"/>
              </a:solidFill>
              <a:miter lim="800000"/>
              <a:headEnd/>
              <a:tailEnd/>
            </a:ln>
          </p:spPr>
          <p:txBody>
            <a:bodyPr wrap="none" anchor="ct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latin typeface="Trebuchet MS" panose="020B0603020202020204" pitchFamily="34" charset="0"/>
              </a:endParaRPr>
            </a:p>
          </p:txBody>
        </p:sp>
        <p:sp>
          <p:nvSpPr>
            <p:cNvPr id="12" name="Rectangle 6"/>
            <p:cNvSpPr>
              <a:spLocks noChangeArrowheads="1"/>
            </p:cNvSpPr>
            <p:nvPr/>
          </p:nvSpPr>
          <p:spPr bwMode="auto">
            <a:xfrm>
              <a:off x="4069" y="2996"/>
              <a:ext cx="1347" cy="860"/>
            </a:xfrm>
            <a:prstGeom prst="rect">
              <a:avLst/>
            </a:prstGeom>
            <a:solidFill>
              <a:srgbClr val="C1CEFF"/>
            </a:solidFill>
            <a:ln w="25400">
              <a:solidFill>
                <a:schemeClr val="tx1"/>
              </a:solidFill>
              <a:miter lim="800000"/>
              <a:headEnd/>
              <a:tailEnd/>
            </a:ln>
          </p:spPr>
          <p:txBody>
            <a:bodyPr wrap="none" anchor="ct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latin typeface="Trebuchet MS" panose="020B0603020202020204" pitchFamily="34" charset="0"/>
              </a:endParaRPr>
            </a:p>
          </p:txBody>
        </p:sp>
        <p:sp>
          <p:nvSpPr>
            <p:cNvPr id="13" name="Oval 7"/>
            <p:cNvSpPr>
              <a:spLocks noChangeArrowheads="1"/>
            </p:cNvSpPr>
            <p:nvPr/>
          </p:nvSpPr>
          <p:spPr bwMode="auto">
            <a:xfrm>
              <a:off x="4140" y="1976"/>
              <a:ext cx="1193" cy="1172"/>
            </a:xfrm>
            <a:prstGeom prst="ellipse">
              <a:avLst/>
            </a:prstGeom>
            <a:solidFill>
              <a:srgbClr val="C1CEFF"/>
            </a:solidFill>
            <a:ln w="25400">
              <a:solidFill>
                <a:schemeClr val="tx1"/>
              </a:solidFill>
              <a:round/>
              <a:headEnd/>
              <a:tailEnd/>
            </a:ln>
          </p:spPr>
          <p:txBody>
            <a:bodyPr wrap="none" anchor="ct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latin typeface="Trebuchet MS" panose="020B0603020202020204" pitchFamily="34" charset="0"/>
              </a:endParaRPr>
            </a:p>
          </p:txBody>
        </p:sp>
        <p:sp>
          <p:nvSpPr>
            <p:cNvPr id="14" name="Line 8"/>
            <p:cNvSpPr>
              <a:spLocks noChangeShapeType="1"/>
            </p:cNvSpPr>
            <p:nvPr/>
          </p:nvSpPr>
          <p:spPr bwMode="auto">
            <a:xfrm flipH="1">
              <a:off x="1583" y="2040"/>
              <a:ext cx="783" cy="792"/>
            </a:xfrm>
            <a:prstGeom prst="line">
              <a:avLst/>
            </a:prstGeom>
            <a:noFill/>
            <a:ln w="50800">
              <a:solidFill>
                <a:schemeClr val="tx1"/>
              </a:solidFill>
              <a:prstDash val="dash"/>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5" name="Line 9"/>
            <p:cNvSpPr>
              <a:spLocks noChangeShapeType="1"/>
            </p:cNvSpPr>
            <p:nvPr/>
          </p:nvSpPr>
          <p:spPr bwMode="auto">
            <a:xfrm>
              <a:off x="2839" y="2220"/>
              <a:ext cx="0" cy="744"/>
            </a:xfrm>
            <a:prstGeom prst="line">
              <a:avLst/>
            </a:prstGeom>
            <a:noFill/>
            <a:ln w="50800">
              <a:solidFill>
                <a:schemeClr val="tx1"/>
              </a:solidFill>
              <a:prstDash val="dash"/>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6" name="Line 10"/>
            <p:cNvSpPr>
              <a:spLocks noChangeShapeType="1"/>
            </p:cNvSpPr>
            <p:nvPr/>
          </p:nvSpPr>
          <p:spPr bwMode="auto">
            <a:xfrm>
              <a:off x="3373" y="1920"/>
              <a:ext cx="806" cy="420"/>
            </a:xfrm>
            <a:prstGeom prst="line">
              <a:avLst/>
            </a:prstGeom>
            <a:noFill/>
            <a:ln w="50800">
              <a:solidFill>
                <a:schemeClr val="tx1"/>
              </a:solidFill>
              <a:prstDash val="dash"/>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7" name="Rectangle 11"/>
            <p:cNvSpPr>
              <a:spLocks noChangeArrowheads="1"/>
            </p:cNvSpPr>
            <p:nvPr/>
          </p:nvSpPr>
          <p:spPr bwMode="auto">
            <a:xfrm>
              <a:off x="2427" y="1359"/>
              <a:ext cx="856" cy="478"/>
            </a:xfrm>
            <a:prstGeom prst="rect">
              <a:avLst/>
            </a:prstGeom>
            <a:solidFill>
              <a:srgbClr val="C1CEFF"/>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4400" i="1">
                  <a:latin typeface="Trebuchet MS" panose="020B0603020202020204" pitchFamily="34" charset="0"/>
                </a:rPr>
                <a:t>M&amp;C</a:t>
              </a:r>
            </a:p>
          </p:txBody>
        </p:sp>
        <p:sp>
          <p:nvSpPr>
            <p:cNvPr id="18" name="Rectangle 12"/>
            <p:cNvSpPr>
              <a:spLocks noChangeArrowheads="1"/>
            </p:cNvSpPr>
            <p:nvPr/>
          </p:nvSpPr>
          <p:spPr bwMode="auto">
            <a:xfrm>
              <a:off x="1045" y="3075"/>
              <a:ext cx="319" cy="478"/>
            </a:xfrm>
            <a:prstGeom prst="rect">
              <a:avLst/>
            </a:prstGeom>
            <a:solidFill>
              <a:srgbClr val="C1CEFF"/>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4400" i="1">
                  <a:latin typeface="Trebuchet MS" panose="020B0603020202020204" pitchFamily="34" charset="0"/>
                </a:rPr>
                <a:t>P</a:t>
              </a:r>
            </a:p>
          </p:txBody>
        </p:sp>
        <p:sp>
          <p:nvSpPr>
            <p:cNvPr id="19" name="Rectangle 13"/>
            <p:cNvSpPr>
              <a:spLocks noChangeArrowheads="1"/>
            </p:cNvSpPr>
            <p:nvPr/>
          </p:nvSpPr>
          <p:spPr bwMode="auto">
            <a:xfrm>
              <a:off x="2707" y="3195"/>
              <a:ext cx="291" cy="478"/>
            </a:xfrm>
            <a:prstGeom prst="rect">
              <a:avLst/>
            </a:prstGeom>
            <a:solidFill>
              <a:srgbClr val="C1CEFF"/>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4400" i="1">
                  <a:latin typeface="Trebuchet MS" panose="020B0603020202020204" pitchFamily="34" charset="0"/>
                </a:rPr>
                <a:t>S</a:t>
              </a:r>
            </a:p>
          </p:txBody>
        </p:sp>
        <p:sp>
          <p:nvSpPr>
            <p:cNvPr id="20" name="Rectangle 14"/>
            <p:cNvSpPr>
              <a:spLocks noChangeArrowheads="1"/>
            </p:cNvSpPr>
            <p:nvPr/>
          </p:nvSpPr>
          <p:spPr bwMode="auto">
            <a:xfrm>
              <a:off x="4571" y="2379"/>
              <a:ext cx="330" cy="478"/>
            </a:xfrm>
            <a:prstGeom prst="rect">
              <a:avLst/>
            </a:prstGeom>
            <a:solidFill>
              <a:srgbClr val="C1CEFF"/>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4400" i="1">
                  <a:latin typeface="Trebuchet MS" panose="020B0603020202020204" pitchFamily="34" charset="0"/>
                </a:rPr>
                <a:t>C</a:t>
              </a:r>
            </a:p>
          </p:txBody>
        </p:sp>
      </p:grpSp>
    </p:spTree>
    <p:extLst>
      <p:ext uri="{BB962C8B-B14F-4D97-AF65-F5344CB8AC3E}">
        <p14:creationId xmlns:p14="http://schemas.microsoft.com/office/powerpoint/2010/main" val="24920669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586B431-80F8-4471-9E0A-947BB31178C7}"/>
              </a:ext>
            </a:extLst>
          </p:cNvPr>
          <p:cNvSpPr>
            <a:spLocks noGrp="1"/>
          </p:cNvSpPr>
          <p:nvPr>
            <p:ph type="title"/>
          </p:nvPr>
        </p:nvSpPr>
        <p:spPr>
          <a:xfrm>
            <a:off x="644951" y="607124"/>
            <a:ext cx="13340500" cy="683264"/>
          </a:xfrm>
        </p:spPr>
        <p:txBody>
          <a:bodyPr/>
          <a:lstStyle/>
          <a:p>
            <a:r>
              <a:rPr lang="en-US" altLang="en-US" dirty="0"/>
              <a:t>Control Reports</a:t>
            </a:r>
            <a:endParaRPr lang="en-US" dirty="0"/>
          </a:p>
        </p:txBody>
      </p:sp>
      <p:sp>
        <p:nvSpPr>
          <p:cNvPr id="6" name="Slide Number Placeholder 5"/>
          <p:cNvSpPr>
            <a:spLocks noGrp="1"/>
          </p:cNvSpPr>
          <p:nvPr>
            <p:ph type="sldNum" sz="quarter" idx="10"/>
          </p:nvPr>
        </p:nvSpPr>
        <p:spPr/>
        <p:txBody>
          <a:bodyPr/>
          <a:lstStyle/>
          <a:p>
            <a:fld id="{19A725F3-83D0-4529-A15C-9D644B8C51E0}" type="slidenum">
              <a:rPr lang="en-US" smtClean="0"/>
              <a:pPr/>
              <a:t>6</a:t>
            </a:fld>
            <a:endParaRPr lang="en-US"/>
          </a:p>
        </p:txBody>
      </p:sp>
      <p:sp>
        <p:nvSpPr>
          <p:cNvPr id="5" name="Date Placeholder 4"/>
          <p:cNvSpPr>
            <a:spLocks noGrp="1"/>
          </p:cNvSpPr>
          <p:nvPr>
            <p:ph type="dt" sz="half" idx="12"/>
          </p:nvPr>
        </p:nvSpPr>
        <p:spPr/>
        <p:txBody>
          <a:bodyPr/>
          <a:lstStyle/>
          <a:p>
            <a:fld id="{36059D01-34E8-425E-AF35-25B08F38B92E}" type="datetime1">
              <a:rPr lang="en-US" smtClean="0"/>
              <a:t>1/7/2020</a:t>
            </a:fld>
            <a:endParaRPr lang="en-US" dirty="0"/>
          </a:p>
        </p:txBody>
      </p:sp>
      <p:sp>
        <p:nvSpPr>
          <p:cNvPr id="8" name="Rectangle 4"/>
          <p:cNvSpPr>
            <a:spLocks noChangeArrowheads="1"/>
          </p:cNvSpPr>
          <p:nvPr/>
        </p:nvSpPr>
        <p:spPr bwMode="auto">
          <a:xfrm>
            <a:off x="3127375" y="1620293"/>
            <a:ext cx="2911475" cy="45249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lvl1pPr marL="342900" indent="-342900" eaLnBrk="0" hangingPunct="0">
              <a:defRPr b="1">
                <a:solidFill>
                  <a:schemeClr val="tx1"/>
                </a:solidFill>
                <a:latin typeface="Trebuchet MS" panose="020B0603020202020204" pitchFamily="34" charset="0"/>
              </a:defRPr>
            </a:lvl1pPr>
            <a:lvl2pPr marL="742950" indent="-285750" eaLnBrk="0" hangingPunct="0">
              <a:defRPr b="1">
                <a:solidFill>
                  <a:schemeClr val="tx1"/>
                </a:solidFill>
                <a:latin typeface="Trebuchet MS" panose="020B0603020202020204" pitchFamily="34" charset="0"/>
              </a:defRPr>
            </a:lvl2pPr>
            <a:lvl3pPr marL="1143000" indent="-228600" eaLnBrk="0" hangingPunct="0">
              <a:defRPr b="1">
                <a:solidFill>
                  <a:schemeClr val="tx1"/>
                </a:solidFill>
                <a:latin typeface="Trebuchet MS" panose="020B0603020202020204" pitchFamily="34" charset="0"/>
              </a:defRPr>
            </a:lvl3pPr>
            <a:lvl4pPr marL="1600200" indent="-228600" eaLnBrk="0" hangingPunct="0">
              <a:defRPr b="1">
                <a:solidFill>
                  <a:schemeClr val="tx1"/>
                </a:solidFill>
                <a:latin typeface="Trebuchet MS" panose="020B0603020202020204" pitchFamily="34" charset="0"/>
              </a:defRPr>
            </a:lvl4pPr>
            <a:lvl5pPr marL="2057400" indent="-228600" eaLnBrk="0" hangingPunct="0">
              <a:defRPr b="1">
                <a:solidFill>
                  <a:schemeClr val="tx1"/>
                </a:solidFill>
                <a:latin typeface="Trebuchet MS" panose="020B0603020202020204" pitchFamily="34" charset="0"/>
              </a:defRPr>
            </a:lvl5pPr>
            <a:lvl6pPr marL="2514600" indent="-228600" eaLnBrk="0" fontAlgn="base" hangingPunct="0">
              <a:spcBef>
                <a:spcPct val="0"/>
              </a:spcBef>
              <a:spcAft>
                <a:spcPct val="0"/>
              </a:spcAft>
              <a:defRPr b="1">
                <a:solidFill>
                  <a:schemeClr val="tx1"/>
                </a:solidFill>
                <a:latin typeface="Trebuchet MS" panose="020B0603020202020204" pitchFamily="34" charset="0"/>
              </a:defRPr>
            </a:lvl6pPr>
            <a:lvl7pPr marL="2971800" indent="-228600" eaLnBrk="0" fontAlgn="base" hangingPunct="0">
              <a:spcBef>
                <a:spcPct val="0"/>
              </a:spcBef>
              <a:spcAft>
                <a:spcPct val="0"/>
              </a:spcAft>
              <a:defRPr b="1">
                <a:solidFill>
                  <a:schemeClr val="tx1"/>
                </a:solidFill>
                <a:latin typeface="Trebuchet MS" panose="020B0603020202020204" pitchFamily="34" charset="0"/>
              </a:defRPr>
            </a:lvl7pPr>
            <a:lvl8pPr marL="3429000" indent="-228600" eaLnBrk="0" fontAlgn="base" hangingPunct="0">
              <a:spcBef>
                <a:spcPct val="0"/>
              </a:spcBef>
              <a:spcAft>
                <a:spcPct val="0"/>
              </a:spcAft>
              <a:defRPr b="1">
                <a:solidFill>
                  <a:schemeClr val="tx1"/>
                </a:solidFill>
                <a:latin typeface="Trebuchet MS" panose="020B0603020202020204" pitchFamily="34" charset="0"/>
              </a:defRPr>
            </a:lvl8pPr>
            <a:lvl9pPr marL="3886200" indent="-228600" eaLnBrk="0" fontAlgn="base" hangingPunct="0">
              <a:spcBef>
                <a:spcPct val="0"/>
              </a:spcBef>
              <a:spcAft>
                <a:spcPct val="0"/>
              </a:spcAft>
              <a:defRPr b="1">
                <a:solidFill>
                  <a:schemeClr val="tx1"/>
                </a:solidFill>
                <a:latin typeface="Trebuchet MS" panose="020B0603020202020204" pitchFamily="34" charset="0"/>
              </a:defRPr>
            </a:lvl9pPr>
          </a:lstStyle>
          <a:p>
            <a:pPr eaLnBrk="1" hangingPunct="1"/>
            <a:r>
              <a:rPr lang="en-US" altLang="en-US" dirty="0">
                <a:latin typeface="+mj-lt"/>
              </a:rPr>
              <a:t>Set</a:t>
            </a:r>
          </a:p>
          <a:p>
            <a:pPr lvl="1" eaLnBrk="1" hangingPunct="1">
              <a:buSzPct val="75000"/>
            </a:pPr>
            <a:r>
              <a:rPr lang="en-US" altLang="en-US" dirty="0">
                <a:latin typeface="+mj-lt"/>
              </a:rPr>
              <a:t>SDPS</a:t>
            </a:r>
          </a:p>
          <a:p>
            <a:pPr lvl="1" eaLnBrk="1" hangingPunct="1">
              <a:buSzPct val="75000"/>
            </a:pPr>
            <a:endParaRPr lang="en-US" altLang="en-US" dirty="0">
              <a:latin typeface="+mj-lt"/>
            </a:endParaRPr>
          </a:p>
          <a:p>
            <a:pPr eaLnBrk="1" hangingPunct="1"/>
            <a:r>
              <a:rPr lang="en-US" altLang="en-US" dirty="0">
                <a:latin typeface="+mj-lt"/>
              </a:rPr>
              <a:t>Reset </a:t>
            </a:r>
          </a:p>
          <a:p>
            <a:pPr lvl="1" eaLnBrk="1" hangingPunct="1">
              <a:buSzPct val="75000"/>
            </a:pPr>
            <a:r>
              <a:rPr lang="en-US" altLang="en-US" dirty="0">
                <a:latin typeface="+mj-lt"/>
              </a:rPr>
              <a:t>SDPS</a:t>
            </a:r>
          </a:p>
          <a:p>
            <a:pPr lvl="1" eaLnBrk="1" hangingPunct="1">
              <a:buSzPct val="75000"/>
            </a:pPr>
            <a:endParaRPr lang="en-US" altLang="en-US" dirty="0">
              <a:latin typeface="+mj-lt"/>
            </a:endParaRPr>
          </a:p>
          <a:p>
            <a:pPr eaLnBrk="1" hangingPunct="1"/>
            <a:r>
              <a:rPr lang="en-US" altLang="en-US" dirty="0">
                <a:latin typeface="+mj-lt"/>
              </a:rPr>
              <a:t>Schedule</a:t>
            </a:r>
          </a:p>
          <a:p>
            <a:pPr lvl="1" eaLnBrk="1" hangingPunct="1">
              <a:buSzPct val="75000"/>
            </a:pPr>
            <a:r>
              <a:rPr lang="en-US" altLang="en-US" dirty="0">
                <a:latin typeface="+mj-lt"/>
              </a:rPr>
              <a:t>SDPS</a:t>
            </a:r>
          </a:p>
          <a:p>
            <a:pPr lvl="1" eaLnBrk="1" hangingPunct="1">
              <a:buSzPct val="75000"/>
            </a:pPr>
            <a:endParaRPr lang="en-US" altLang="en-US" dirty="0">
              <a:latin typeface="+mj-lt"/>
            </a:endParaRPr>
          </a:p>
          <a:p>
            <a:pPr eaLnBrk="1" hangingPunct="1"/>
            <a:r>
              <a:rPr lang="en-US" altLang="en-US" dirty="0">
                <a:latin typeface="+mj-lt"/>
              </a:rPr>
              <a:t>Person Loading</a:t>
            </a:r>
          </a:p>
          <a:p>
            <a:pPr lvl="1" eaLnBrk="1" hangingPunct="1">
              <a:buSzPct val="75000"/>
            </a:pPr>
            <a:r>
              <a:rPr lang="en-US" altLang="en-US" dirty="0">
                <a:latin typeface="+mj-lt"/>
              </a:rPr>
              <a:t>SDPS</a:t>
            </a:r>
          </a:p>
          <a:p>
            <a:pPr marL="457200" indent="-457200" eaLnBrk="1" hangingPunct="1">
              <a:buFont typeface="Arial" panose="020B0604020202020204" pitchFamily="34" charset="0"/>
              <a:buChar char="•"/>
            </a:pPr>
            <a:endParaRPr lang="en-US" sz="2400" dirty="0">
              <a:solidFill>
                <a:schemeClr val="tx1">
                  <a:tint val="75000"/>
                </a:schemeClr>
              </a:solidFill>
              <a:latin typeface="+mj-lt"/>
              <a:cs typeface="Segoe UI" pitchFamily="34" charset="0"/>
            </a:endParaRPr>
          </a:p>
        </p:txBody>
      </p:sp>
    </p:spTree>
    <p:extLst>
      <p:ext uri="{BB962C8B-B14F-4D97-AF65-F5344CB8AC3E}">
        <p14:creationId xmlns:p14="http://schemas.microsoft.com/office/powerpoint/2010/main" val="30932799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83F8B0A7-C373-4A8B-99C7-EA773E162549}"/>
              </a:ext>
            </a:extLst>
          </p:cNvPr>
          <p:cNvSpPr>
            <a:spLocks noGrp="1"/>
          </p:cNvSpPr>
          <p:nvPr>
            <p:ph type="title"/>
          </p:nvPr>
        </p:nvSpPr>
        <p:spPr>
          <a:xfrm>
            <a:off x="644951" y="607124"/>
            <a:ext cx="13340500" cy="683264"/>
          </a:xfrm>
        </p:spPr>
        <p:txBody>
          <a:bodyPr/>
          <a:lstStyle/>
          <a:p>
            <a:r>
              <a:rPr lang="en-US" altLang="en-US" dirty="0"/>
              <a:t>Control Reports</a:t>
            </a:r>
            <a:endParaRPr lang="en-US" dirty="0"/>
          </a:p>
        </p:txBody>
      </p:sp>
      <p:sp>
        <p:nvSpPr>
          <p:cNvPr id="6" name="Slide Number Placeholder 5"/>
          <p:cNvSpPr>
            <a:spLocks noGrp="1"/>
          </p:cNvSpPr>
          <p:nvPr>
            <p:ph type="sldNum" sz="quarter" idx="10"/>
          </p:nvPr>
        </p:nvSpPr>
        <p:spPr/>
        <p:txBody>
          <a:bodyPr/>
          <a:lstStyle/>
          <a:p>
            <a:fld id="{19A725F3-83D0-4529-A15C-9D644B8C51E0}" type="slidenum">
              <a:rPr lang="en-US" smtClean="0"/>
              <a:pPr/>
              <a:t>7</a:t>
            </a:fld>
            <a:endParaRPr lang="en-US"/>
          </a:p>
        </p:txBody>
      </p:sp>
      <p:sp>
        <p:nvSpPr>
          <p:cNvPr id="5" name="Date Placeholder 4"/>
          <p:cNvSpPr>
            <a:spLocks noGrp="1"/>
          </p:cNvSpPr>
          <p:nvPr>
            <p:ph type="dt" sz="half" idx="12"/>
          </p:nvPr>
        </p:nvSpPr>
        <p:spPr/>
        <p:txBody>
          <a:bodyPr/>
          <a:lstStyle/>
          <a:p>
            <a:fld id="{770D0B1C-EA44-4815-B086-4C0BB26598FA}" type="datetime1">
              <a:rPr lang="en-US" smtClean="0"/>
              <a:t>1/7/2020</a:t>
            </a:fld>
            <a:endParaRPr lang="en-US" dirty="0"/>
          </a:p>
        </p:txBody>
      </p:sp>
      <p:sp>
        <p:nvSpPr>
          <p:cNvPr id="33" name="Rectangle 15"/>
          <p:cNvSpPr>
            <a:spLocks noChangeArrowheads="1"/>
          </p:cNvSpPr>
          <p:nvPr/>
        </p:nvSpPr>
        <p:spPr bwMode="auto">
          <a:xfrm>
            <a:off x="3222625" y="1769905"/>
            <a:ext cx="11223902" cy="48910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lvl1pPr eaLnBrk="0" hangingPunct="0">
              <a:defRPr b="1">
                <a:solidFill>
                  <a:schemeClr val="tx1"/>
                </a:solidFill>
                <a:latin typeface="Trebuchet MS" panose="020B0603020202020204" pitchFamily="34" charset="0"/>
              </a:defRPr>
            </a:lvl1pPr>
            <a:lvl2pPr marL="742950" indent="-285750" eaLnBrk="0" hangingPunct="0">
              <a:defRPr b="1">
                <a:solidFill>
                  <a:schemeClr val="tx1"/>
                </a:solidFill>
                <a:latin typeface="Trebuchet MS" panose="020B0603020202020204" pitchFamily="34" charset="0"/>
              </a:defRPr>
            </a:lvl2pPr>
            <a:lvl3pPr marL="1143000" indent="-228600" eaLnBrk="0" hangingPunct="0">
              <a:defRPr b="1">
                <a:solidFill>
                  <a:schemeClr val="tx1"/>
                </a:solidFill>
                <a:latin typeface="Trebuchet MS" panose="020B0603020202020204" pitchFamily="34" charset="0"/>
              </a:defRPr>
            </a:lvl3pPr>
            <a:lvl4pPr marL="1600200" indent="-228600" eaLnBrk="0" hangingPunct="0">
              <a:defRPr b="1">
                <a:solidFill>
                  <a:schemeClr val="tx1"/>
                </a:solidFill>
                <a:latin typeface="Trebuchet MS" panose="020B0603020202020204" pitchFamily="34" charset="0"/>
              </a:defRPr>
            </a:lvl4pPr>
            <a:lvl5pPr marL="2057400" indent="-228600" eaLnBrk="0" hangingPunct="0">
              <a:defRPr b="1">
                <a:solidFill>
                  <a:schemeClr val="tx1"/>
                </a:solidFill>
                <a:latin typeface="Trebuchet MS" panose="020B0603020202020204" pitchFamily="34" charset="0"/>
              </a:defRPr>
            </a:lvl5pPr>
            <a:lvl6pPr marL="2514600" indent="-228600" eaLnBrk="0" fontAlgn="base" hangingPunct="0">
              <a:spcBef>
                <a:spcPct val="0"/>
              </a:spcBef>
              <a:spcAft>
                <a:spcPct val="0"/>
              </a:spcAft>
              <a:defRPr b="1">
                <a:solidFill>
                  <a:schemeClr val="tx1"/>
                </a:solidFill>
                <a:latin typeface="Trebuchet MS" panose="020B0603020202020204" pitchFamily="34" charset="0"/>
              </a:defRPr>
            </a:lvl6pPr>
            <a:lvl7pPr marL="2971800" indent="-228600" eaLnBrk="0" fontAlgn="base" hangingPunct="0">
              <a:spcBef>
                <a:spcPct val="0"/>
              </a:spcBef>
              <a:spcAft>
                <a:spcPct val="0"/>
              </a:spcAft>
              <a:defRPr b="1">
                <a:solidFill>
                  <a:schemeClr val="tx1"/>
                </a:solidFill>
                <a:latin typeface="Trebuchet MS" panose="020B0603020202020204" pitchFamily="34" charset="0"/>
              </a:defRPr>
            </a:lvl7pPr>
            <a:lvl8pPr marL="3429000" indent="-228600" eaLnBrk="0" fontAlgn="base" hangingPunct="0">
              <a:spcBef>
                <a:spcPct val="0"/>
              </a:spcBef>
              <a:spcAft>
                <a:spcPct val="0"/>
              </a:spcAft>
              <a:defRPr b="1">
                <a:solidFill>
                  <a:schemeClr val="tx1"/>
                </a:solidFill>
                <a:latin typeface="Trebuchet MS" panose="020B0603020202020204" pitchFamily="34" charset="0"/>
              </a:defRPr>
            </a:lvl8pPr>
            <a:lvl9pPr marL="3886200" indent="-228600" eaLnBrk="0" fontAlgn="base" hangingPunct="0">
              <a:spcBef>
                <a:spcPct val="0"/>
              </a:spcBef>
              <a:spcAft>
                <a:spcPct val="0"/>
              </a:spcAft>
              <a:defRPr b="1">
                <a:solidFill>
                  <a:schemeClr val="tx1"/>
                </a:solidFill>
                <a:latin typeface="Trebuchet MS" panose="020B0603020202020204" pitchFamily="34" charset="0"/>
              </a:defRPr>
            </a:lvl9pPr>
          </a:lstStyle>
          <a:p>
            <a:pPr marL="342900" indent="-342900" eaLnBrk="1" hangingPunct="1">
              <a:buFont typeface="Arial" panose="020B0604020202020204" pitchFamily="34" charset="0"/>
              <a:buChar char="•"/>
            </a:pPr>
            <a:r>
              <a:rPr lang="en-US" altLang="en-US" dirty="0">
                <a:latin typeface="+mj-lt"/>
              </a:rPr>
              <a:t>Status</a:t>
            </a:r>
          </a:p>
          <a:p>
            <a:pPr marL="342900" indent="-342900" eaLnBrk="1" hangingPunct="1">
              <a:buFont typeface="Arial" panose="020B0604020202020204" pitchFamily="34" charset="0"/>
              <a:buChar char="•"/>
            </a:pPr>
            <a:endParaRPr lang="en-US" altLang="en-US" dirty="0">
              <a:latin typeface="+mj-lt"/>
            </a:endParaRPr>
          </a:p>
          <a:p>
            <a:pPr marL="342900" indent="-342900" eaLnBrk="1" hangingPunct="1">
              <a:buFont typeface="Arial" panose="020B0604020202020204" pitchFamily="34" charset="0"/>
              <a:buChar char="•"/>
            </a:pPr>
            <a:r>
              <a:rPr lang="en-US" altLang="en-US" dirty="0">
                <a:latin typeface="+mj-lt"/>
              </a:rPr>
              <a:t>Process Activity</a:t>
            </a:r>
          </a:p>
          <a:p>
            <a:pPr marL="342900" indent="-342900" eaLnBrk="1" hangingPunct="1">
              <a:buFont typeface="Arial" panose="020B0604020202020204" pitchFamily="34" charset="0"/>
              <a:buChar char="•"/>
            </a:pPr>
            <a:endParaRPr lang="en-US" altLang="en-US" dirty="0">
              <a:latin typeface="+mj-lt"/>
            </a:endParaRPr>
          </a:p>
          <a:p>
            <a:pPr marL="342900" indent="-342900" eaLnBrk="1" hangingPunct="1">
              <a:buFont typeface="Arial" panose="020B0604020202020204" pitchFamily="34" charset="0"/>
              <a:buChar char="•"/>
            </a:pPr>
            <a:r>
              <a:rPr lang="en-US" altLang="en-US" dirty="0">
                <a:latin typeface="+mj-lt"/>
              </a:rPr>
              <a:t>Screen Activity</a:t>
            </a:r>
          </a:p>
          <a:p>
            <a:pPr marL="342900" indent="-342900" eaLnBrk="1" hangingPunct="1">
              <a:buFont typeface="Arial" panose="020B0604020202020204" pitchFamily="34" charset="0"/>
              <a:buChar char="•"/>
            </a:pPr>
            <a:endParaRPr lang="en-US" altLang="en-US" dirty="0">
              <a:latin typeface="+mj-lt"/>
            </a:endParaRPr>
          </a:p>
          <a:p>
            <a:pPr marL="342900" indent="-342900" eaLnBrk="1" hangingPunct="1">
              <a:buFont typeface="Arial" panose="020B0604020202020204" pitchFamily="34" charset="0"/>
              <a:buChar char="•"/>
            </a:pPr>
            <a:r>
              <a:rPr lang="en-US" altLang="en-US" dirty="0">
                <a:latin typeface="+mj-lt"/>
              </a:rPr>
              <a:t>Store Activity</a:t>
            </a:r>
          </a:p>
          <a:p>
            <a:pPr marL="342900" indent="-342900" eaLnBrk="1" hangingPunct="1">
              <a:buFont typeface="Arial" panose="020B0604020202020204" pitchFamily="34" charset="0"/>
              <a:buChar char="•"/>
            </a:pPr>
            <a:endParaRPr lang="en-US" altLang="en-US" dirty="0">
              <a:latin typeface="+mj-lt"/>
            </a:endParaRPr>
          </a:p>
          <a:p>
            <a:pPr marL="342900" indent="-342900" eaLnBrk="1" hangingPunct="1">
              <a:buFont typeface="Arial" panose="020B0604020202020204" pitchFamily="34" charset="0"/>
              <a:buChar char="•"/>
            </a:pPr>
            <a:r>
              <a:rPr lang="en-US" altLang="en-US" dirty="0">
                <a:latin typeface="+mj-lt"/>
              </a:rPr>
              <a:t>Risk Management</a:t>
            </a:r>
          </a:p>
          <a:p>
            <a:pPr marL="342900" indent="-342900" eaLnBrk="1" hangingPunct="1">
              <a:buFont typeface="Arial" panose="020B0604020202020204" pitchFamily="34" charset="0"/>
              <a:buChar char="•"/>
            </a:pPr>
            <a:endParaRPr lang="en-US" altLang="en-US" dirty="0">
              <a:latin typeface="+mj-lt"/>
            </a:endParaRPr>
          </a:p>
          <a:p>
            <a:pPr marL="342900" indent="-342900" eaLnBrk="1" hangingPunct="1">
              <a:buFont typeface="Arial" panose="020B0604020202020204" pitchFamily="34" charset="0"/>
              <a:buChar char="•"/>
            </a:pPr>
            <a:r>
              <a:rPr lang="en-US" altLang="en-US" dirty="0">
                <a:latin typeface="+mj-lt"/>
              </a:rPr>
              <a:t>Metrics</a:t>
            </a:r>
          </a:p>
          <a:p>
            <a:pPr eaLnBrk="1" hangingPunct="1"/>
            <a:endParaRPr lang="en-US" b="0" dirty="0">
              <a:solidFill>
                <a:schemeClr val="tx1">
                  <a:tint val="75000"/>
                </a:schemeClr>
              </a:solidFill>
              <a:latin typeface="+mj-lt"/>
              <a:cs typeface="Segoe UI" pitchFamily="34" charset="0"/>
            </a:endParaRPr>
          </a:p>
        </p:txBody>
      </p:sp>
      <p:graphicFrame>
        <p:nvGraphicFramePr>
          <p:cNvPr id="3" name="Object 2"/>
          <p:cNvGraphicFramePr>
            <a:graphicFrameLocks noChangeAspect="1"/>
          </p:cNvGraphicFramePr>
          <p:nvPr>
            <p:extLst>
              <p:ext uri="{D42A27DB-BD31-4B8C-83A1-F6EECF244321}">
                <p14:modId xmlns:p14="http://schemas.microsoft.com/office/powerpoint/2010/main" val="2569159431"/>
              </p:ext>
            </p:extLst>
          </p:nvPr>
        </p:nvGraphicFramePr>
        <p:xfrm>
          <a:off x="7920176" y="2319338"/>
          <a:ext cx="914400" cy="771525"/>
        </p:xfrm>
        <a:graphic>
          <a:graphicData uri="http://schemas.openxmlformats.org/presentationml/2006/ole">
            <mc:AlternateContent xmlns:mc="http://schemas.openxmlformats.org/markup-compatibility/2006">
              <mc:Choice xmlns:v="urn:schemas-microsoft-com:vml" Requires="v">
                <p:oleObj spid="_x0000_s27815" name="Macro-Enabled Worksheet" showAsIcon="1" r:id="rId4" imgW="914400" imgH="771480" progId="Excel.SheetMacroEnabled.12">
                  <p:embed/>
                </p:oleObj>
              </mc:Choice>
              <mc:Fallback>
                <p:oleObj name="Macro-Enabled Worksheet" showAsIcon="1" r:id="rId4" imgW="914400" imgH="771480" progId="Excel.SheetMacroEnabled.12">
                  <p:embed/>
                  <p:pic>
                    <p:nvPicPr>
                      <p:cNvPr id="0" name=""/>
                      <p:cNvPicPr/>
                      <p:nvPr/>
                    </p:nvPicPr>
                    <p:blipFill>
                      <a:blip r:embed="rId5"/>
                      <a:stretch>
                        <a:fillRect/>
                      </a:stretch>
                    </p:blipFill>
                    <p:spPr>
                      <a:xfrm>
                        <a:off x="7920176" y="2319338"/>
                        <a:ext cx="914400" cy="771525"/>
                      </a:xfrm>
                      <a:prstGeom prst="rect">
                        <a:avLst/>
                      </a:prstGeom>
                    </p:spPr>
                  </p:pic>
                </p:oleObj>
              </mc:Fallback>
            </mc:AlternateContent>
          </a:graphicData>
        </a:graphic>
      </p:graphicFrame>
      <p:graphicFrame>
        <p:nvGraphicFramePr>
          <p:cNvPr id="4" name="Object 3"/>
          <p:cNvGraphicFramePr>
            <a:graphicFrameLocks noChangeAspect="1"/>
          </p:cNvGraphicFramePr>
          <p:nvPr>
            <p:extLst>
              <p:ext uri="{D42A27DB-BD31-4B8C-83A1-F6EECF244321}">
                <p14:modId xmlns:p14="http://schemas.microsoft.com/office/powerpoint/2010/main" val="688869216"/>
              </p:ext>
            </p:extLst>
          </p:nvPr>
        </p:nvGraphicFramePr>
        <p:xfrm>
          <a:off x="7959165" y="1539573"/>
          <a:ext cx="914400" cy="771525"/>
        </p:xfrm>
        <a:graphic>
          <a:graphicData uri="http://schemas.openxmlformats.org/presentationml/2006/ole">
            <mc:AlternateContent xmlns:mc="http://schemas.openxmlformats.org/markup-compatibility/2006">
              <mc:Choice xmlns:v="urn:schemas-microsoft-com:vml" Requires="v">
                <p:oleObj spid="_x0000_s27816" name="Worksheet" showAsIcon="1" r:id="rId6" imgW="914400" imgH="771480" progId="Excel.Sheet.8">
                  <p:embed/>
                </p:oleObj>
              </mc:Choice>
              <mc:Fallback>
                <p:oleObj name="Worksheet" showAsIcon="1" r:id="rId6" imgW="914400" imgH="771480" progId="Excel.Sheet.8">
                  <p:embed/>
                  <p:pic>
                    <p:nvPicPr>
                      <p:cNvPr id="0" name=""/>
                      <p:cNvPicPr/>
                      <p:nvPr/>
                    </p:nvPicPr>
                    <p:blipFill>
                      <a:blip r:embed="rId7"/>
                      <a:stretch>
                        <a:fillRect/>
                      </a:stretch>
                    </p:blipFill>
                    <p:spPr>
                      <a:xfrm>
                        <a:off x="7959165" y="1539573"/>
                        <a:ext cx="914400" cy="771525"/>
                      </a:xfrm>
                      <a:prstGeom prst="rect">
                        <a:avLst/>
                      </a:prstGeom>
                    </p:spPr>
                  </p:pic>
                </p:oleObj>
              </mc:Fallback>
            </mc:AlternateContent>
          </a:graphicData>
        </a:graphic>
      </p:graphicFrame>
      <p:graphicFrame>
        <p:nvGraphicFramePr>
          <p:cNvPr id="9" name="Object 8"/>
          <p:cNvGraphicFramePr>
            <a:graphicFrameLocks noChangeAspect="1"/>
          </p:cNvGraphicFramePr>
          <p:nvPr>
            <p:extLst>
              <p:ext uri="{D42A27DB-BD31-4B8C-83A1-F6EECF244321}">
                <p14:modId xmlns:p14="http://schemas.microsoft.com/office/powerpoint/2010/main" val="814619250"/>
              </p:ext>
            </p:extLst>
          </p:nvPr>
        </p:nvGraphicFramePr>
        <p:xfrm>
          <a:off x="7959165" y="3310288"/>
          <a:ext cx="914400" cy="771525"/>
        </p:xfrm>
        <a:graphic>
          <a:graphicData uri="http://schemas.openxmlformats.org/presentationml/2006/ole">
            <mc:AlternateContent xmlns:mc="http://schemas.openxmlformats.org/markup-compatibility/2006">
              <mc:Choice xmlns:v="urn:schemas-microsoft-com:vml" Requires="v">
                <p:oleObj spid="_x0000_s27817" name="Worksheet" showAsIcon="1" r:id="rId8" imgW="914400" imgH="771480" progId="Excel.Sheet.12">
                  <p:embed/>
                </p:oleObj>
              </mc:Choice>
              <mc:Fallback>
                <p:oleObj name="Worksheet" showAsIcon="1" r:id="rId8" imgW="914400" imgH="771480" progId="Excel.Sheet.12">
                  <p:embed/>
                  <p:pic>
                    <p:nvPicPr>
                      <p:cNvPr id="0" name=""/>
                      <p:cNvPicPr/>
                      <p:nvPr/>
                    </p:nvPicPr>
                    <p:blipFill>
                      <a:blip r:embed="rId9"/>
                      <a:stretch>
                        <a:fillRect/>
                      </a:stretch>
                    </p:blipFill>
                    <p:spPr>
                      <a:xfrm>
                        <a:off x="7959165" y="3310288"/>
                        <a:ext cx="914400" cy="771525"/>
                      </a:xfrm>
                      <a:prstGeom prst="rect">
                        <a:avLst/>
                      </a:prstGeom>
                    </p:spPr>
                  </p:pic>
                </p:oleObj>
              </mc:Fallback>
            </mc:AlternateContent>
          </a:graphicData>
        </a:graphic>
      </p:graphicFrame>
      <p:graphicFrame>
        <p:nvGraphicFramePr>
          <p:cNvPr id="10" name="Object 9"/>
          <p:cNvGraphicFramePr>
            <a:graphicFrameLocks noChangeAspect="1"/>
          </p:cNvGraphicFramePr>
          <p:nvPr>
            <p:extLst>
              <p:ext uri="{D42A27DB-BD31-4B8C-83A1-F6EECF244321}">
                <p14:modId xmlns:p14="http://schemas.microsoft.com/office/powerpoint/2010/main" val="732145406"/>
              </p:ext>
            </p:extLst>
          </p:nvPr>
        </p:nvGraphicFramePr>
        <p:xfrm>
          <a:off x="7934602" y="4894278"/>
          <a:ext cx="914400" cy="771525"/>
        </p:xfrm>
        <a:graphic>
          <a:graphicData uri="http://schemas.openxmlformats.org/presentationml/2006/ole">
            <mc:AlternateContent xmlns:mc="http://schemas.openxmlformats.org/markup-compatibility/2006">
              <mc:Choice xmlns:v="urn:schemas-microsoft-com:vml" Requires="v">
                <p:oleObj spid="_x0000_s27818" name="Macro-Enabled Worksheet" showAsIcon="1" r:id="rId10" imgW="914400" imgH="771480" progId="Excel.SheetMacroEnabled.12">
                  <p:embed/>
                </p:oleObj>
              </mc:Choice>
              <mc:Fallback>
                <p:oleObj name="Macro-Enabled Worksheet" showAsIcon="1" r:id="rId10" imgW="914400" imgH="771480" progId="Excel.SheetMacroEnabled.12">
                  <p:embed/>
                  <p:pic>
                    <p:nvPicPr>
                      <p:cNvPr id="0" name=""/>
                      <p:cNvPicPr/>
                      <p:nvPr/>
                    </p:nvPicPr>
                    <p:blipFill>
                      <a:blip r:embed="rId11"/>
                      <a:stretch>
                        <a:fillRect/>
                      </a:stretch>
                    </p:blipFill>
                    <p:spPr>
                      <a:xfrm>
                        <a:off x="7934602" y="4894278"/>
                        <a:ext cx="914400" cy="771525"/>
                      </a:xfrm>
                      <a:prstGeom prst="rect">
                        <a:avLst/>
                      </a:prstGeom>
                    </p:spPr>
                  </p:pic>
                </p:oleObj>
              </mc:Fallback>
            </mc:AlternateContent>
          </a:graphicData>
        </a:graphic>
      </p:graphicFrame>
      <p:graphicFrame>
        <p:nvGraphicFramePr>
          <p:cNvPr id="11" name="Object 10"/>
          <p:cNvGraphicFramePr>
            <a:graphicFrameLocks noChangeAspect="1"/>
          </p:cNvGraphicFramePr>
          <p:nvPr>
            <p:extLst>
              <p:ext uri="{D42A27DB-BD31-4B8C-83A1-F6EECF244321}">
                <p14:modId xmlns:p14="http://schemas.microsoft.com/office/powerpoint/2010/main" val="1843619594"/>
              </p:ext>
            </p:extLst>
          </p:nvPr>
        </p:nvGraphicFramePr>
        <p:xfrm>
          <a:off x="7920176" y="4081813"/>
          <a:ext cx="914400" cy="771525"/>
        </p:xfrm>
        <a:graphic>
          <a:graphicData uri="http://schemas.openxmlformats.org/presentationml/2006/ole">
            <mc:AlternateContent xmlns:mc="http://schemas.openxmlformats.org/markup-compatibility/2006">
              <mc:Choice xmlns:v="urn:schemas-microsoft-com:vml" Requires="v">
                <p:oleObj spid="_x0000_s27819" name="Packager Shell Object" showAsIcon="1" r:id="rId12" imgW="914400" imgH="771480" progId="Package">
                  <p:embed/>
                </p:oleObj>
              </mc:Choice>
              <mc:Fallback>
                <p:oleObj name="Packager Shell Object" showAsIcon="1" r:id="rId12" imgW="914400" imgH="771480" progId="Package">
                  <p:embed/>
                  <p:pic>
                    <p:nvPicPr>
                      <p:cNvPr id="0" name=""/>
                      <p:cNvPicPr/>
                      <p:nvPr/>
                    </p:nvPicPr>
                    <p:blipFill>
                      <a:blip r:embed="rId13"/>
                      <a:stretch>
                        <a:fillRect/>
                      </a:stretch>
                    </p:blipFill>
                    <p:spPr>
                      <a:xfrm>
                        <a:off x="7920176" y="4081813"/>
                        <a:ext cx="914400" cy="771525"/>
                      </a:xfrm>
                      <a:prstGeom prst="rect">
                        <a:avLst/>
                      </a:prstGeom>
                    </p:spPr>
                  </p:pic>
                </p:oleObj>
              </mc:Fallback>
            </mc:AlternateContent>
          </a:graphicData>
        </a:graphic>
      </p:graphicFrame>
      <p:graphicFrame>
        <p:nvGraphicFramePr>
          <p:cNvPr id="12" name="Object 11"/>
          <p:cNvGraphicFramePr>
            <a:graphicFrameLocks noChangeAspect="1"/>
          </p:cNvGraphicFramePr>
          <p:nvPr>
            <p:extLst>
              <p:ext uri="{D42A27DB-BD31-4B8C-83A1-F6EECF244321}">
                <p14:modId xmlns:p14="http://schemas.microsoft.com/office/powerpoint/2010/main" val="2449543311"/>
              </p:ext>
            </p:extLst>
          </p:nvPr>
        </p:nvGraphicFramePr>
        <p:xfrm>
          <a:off x="7920176" y="5811301"/>
          <a:ext cx="914400" cy="771525"/>
        </p:xfrm>
        <a:graphic>
          <a:graphicData uri="http://schemas.openxmlformats.org/presentationml/2006/ole">
            <mc:AlternateContent xmlns:mc="http://schemas.openxmlformats.org/markup-compatibility/2006">
              <mc:Choice xmlns:v="urn:schemas-microsoft-com:vml" Requires="v">
                <p:oleObj spid="_x0000_s27820" name="Worksheet" showAsIcon="1" r:id="rId14" imgW="914400" imgH="771480" progId="Excel.Sheet.8">
                  <p:embed/>
                </p:oleObj>
              </mc:Choice>
              <mc:Fallback>
                <p:oleObj name="Worksheet" showAsIcon="1" r:id="rId14" imgW="914400" imgH="771480" progId="Excel.Sheet.8">
                  <p:embed/>
                  <p:pic>
                    <p:nvPicPr>
                      <p:cNvPr id="0" name=""/>
                      <p:cNvPicPr/>
                      <p:nvPr/>
                    </p:nvPicPr>
                    <p:blipFill>
                      <a:blip r:embed="rId15"/>
                      <a:stretch>
                        <a:fillRect/>
                      </a:stretch>
                    </p:blipFill>
                    <p:spPr>
                      <a:xfrm>
                        <a:off x="7920176" y="5811301"/>
                        <a:ext cx="914400" cy="771525"/>
                      </a:xfrm>
                      <a:prstGeom prst="rect">
                        <a:avLst/>
                      </a:prstGeom>
                    </p:spPr>
                  </p:pic>
                </p:oleObj>
              </mc:Fallback>
            </mc:AlternateContent>
          </a:graphicData>
        </a:graphic>
      </p:graphicFrame>
    </p:spTree>
    <p:extLst>
      <p:ext uri="{BB962C8B-B14F-4D97-AF65-F5344CB8AC3E}">
        <p14:creationId xmlns:p14="http://schemas.microsoft.com/office/powerpoint/2010/main" val="1811694054"/>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E23B6E0-28D1-4B29-A8DD-E77F8EE91BF2}"/>
              </a:ext>
            </a:extLst>
          </p:cNvPr>
          <p:cNvSpPr>
            <a:spLocks noGrp="1"/>
          </p:cNvSpPr>
          <p:nvPr>
            <p:ph type="title"/>
          </p:nvPr>
        </p:nvSpPr>
        <p:spPr>
          <a:xfrm>
            <a:off x="644951" y="607124"/>
            <a:ext cx="13340500" cy="683264"/>
          </a:xfrm>
        </p:spPr>
        <p:txBody>
          <a:bodyPr/>
          <a:lstStyle/>
          <a:p>
            <a:r>
              <a:rPr lang="en-US" altLang="en-US" dirty="0"/>
              <a:t>Control Reports</a:t>
            </a:r>
            <a:endParaRPr lang="en-US" dirty="0"/>
          </a:p>
        </p:txBody>
      </p:sp>
      <p:sp>
        <p:nvSpPr>
          <p:cNvPr id="5" name="Slide Number Placeholder 4"/>
          <p:cNvSpPr>
            <a:spLocks noGrp="1"/>
          </p:cNvSpPr>
          <p:nvPr>
            <p:ph type="sldNum" sz="quarter" idx="10"/>
          </p:nvPr>
        </p:nvSpPr>
        <p:spPr/>
        <p:txBody>
          <a:bodyPr/>
          <a:lstStyle/>
          <a:p>
            <a:fld id="{19A725F3-83D0-4529-A15C-9D644B8C51E0}" type="slidenum">
              <a:rPr lang="en-US" smtClean="0"/>
              <a:pPr/>
              <a:t>8</a:t>
            </a:fld>
            <a:endParaRPr lang="en-US"/>
          </a:p>
        </p:txBody>
      </p:sp>
      <p:sp>
        <p:nvSpPr>
          <p:cNvPr id="2" name="Date Placeholder 1"/>
          <p:cNvSpPr>
            <a:spLocks noGrp="1"/>
          </p:cNvSpPr>
          <p:nvPr>
            <p:ph type="dt" sz="half" idx="12"/>
          </p:nvPr>
        </p:nvSpPr>
        <p:spPr/>
        <p:txBody>
          <a:bodyPr/>
          <a:lstStyle/>
          <a:p>
            <a:fld id="{EF5DDBA8-68BA-4782-9142-986E620D049B}" type="datetime1">
              <a:rPr lang="en-US" smtClean="0"/>
              <a:t>1/7/2020</a:t>
            </a:fld>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485338421"/>
              </p:ext>
            </p:extLst>
          </p:nvPr>
        </p:nvGraphicFramePr>
        <p:xfrm>
          <a:off x="881449" y="1468675"/>
          <a:ext cx="12211050" cy="4087088"/>
        </p:xfrm>
        <a:graphic>
          <a:graphicData uri="http://schemas.openxmlformats.org/drawingml/2006/table">
            <a:tbl>
              <a:tblPr>
                <a:tableStyleId>{5C22544A-7EE6-4342-B048-85BDC9FD1C3A}</a:tableStyleId>
              </a:tblPr>
              <a:tblGrid>
                <a:gridCol w="5814785">
                  <a:extLst>
                    <a:ext uri="{9D8B030D-6E8A-4147-A177-3AD203B41FA5}">
                      <a16:colId xmlns:a16="http://schemas.microsoft.com/office/drawing/2014/main" val="20000"/>
                    </a:ext>
                  </a:extLst>
                </a:gridCol>
                <a:gridCol w="6396265">
                  <a:extLst>
                    <a:ext uri="{9D8B030D-6E8A-4147-A177-3AD203B41FA5}">
                      <a16:colId xmlns:a16="http://schemas.microsoft.com/office/drawing/2014/main" val="20001"/>
                    </a:ext>
                  </a:extLst>
                </a:gridCol>
              </a:tblGrid>
              <a:tr h="510886">
                <a:tc>
                  <a:txBody>
                    <a:bodyPr/>
                    <a:lstStyle/>
                    <a:p>
                      <a:pPr marL="0" marR="0" algn="ctr" hangingPunct="0">
                        <a:spcBef>
                          <a:spcPts val="100"/>
                        </a:spcBef>
                        <a:spcAft>
                          <a:spcPts val="100"/>
                        </a:spcAft>
                        <a:tabLst>
                          <a:tab pos="548640" algn="l"/>
                        </a:tabLst>
                      </a:pPr>
                      <a:r>
                        <a:rPr lang="en-US" sz="2400" b="1" dirty="0">
                          <a:effectLst/>
                        </a:rPr>
                        <a:t>Report</a:t>
                      </a:r>
                      <a:endParaRPr lang="en-US" sz="2400" b="1" dirty="0">
                        <a:solidFill>
                          <a:srgbClr val="000000"/>
                        </a:solidFill>
                        <a:effectLst/>
                        <a:latin typeface="Trebuchet MS" panose="020B060302020202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pPr marL="0" marR="0" algn="ctr" hangingPunct="0">
                        <a:spcBef>
                          <a:spcPts val="100"/>
                        </a:spcBef>
                        <a:spcAft>
                          <a:spcPts val="100"/>
                        </a:spcAft>
                        <a:tabLst>
                          <a:tab pos="548640" algn="l"/>
                        </a:tabLst>
                      </a:pPr>
                      <a:r>
                        <a:rPr lang="en-US" sz="2400" b="1" dirty="0">
                          <a:solidFill>
                            <a:schemeClr val="dk1"/>
                          </a:solidFill>
                          <a:effectLst/>
                          <a:latin typeface="+mn-lt"/>
                          <a:ea typeface="+mn-ea"/>
                          <a:cs typeface="+mn-cs"/>
                        </a:rPr>
                        <a:t>Frequency</a:t>
                      </a:r>
                      <a:endParaRPr lang="en-US" sz="2400" b="1" dirty="0">
                        <a:solidFill>
                          <a:srgbClr val="000000"/>
                        </a:solidFill>
                        <a:effectLst/>
                        <a:latin typeface="Trebuchet MS" panose="020B060302020202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10000"/>
                  </a:ext>
                </a:extLst>
              </a:tr>
              <a:tr h="510886">
                <a:tc>
                  <a:txBody>
                    <a:bodyPr/>
                    <a:lstStyle/>
                    <a:p>
                      <a:pPr marL="0" marR="0" algn="just" hangingPunct="0">
                        <a:spcBef>
                          <a:spcPts val="100"/>
                        </a:spcBef>
                        <a:spcAft>
                          <a:spcPts val="100"/>
                        </a:spcAft>
                        <a:tabLst>
                          <a:tab pos="548640" algn="l"/>
                        </a:tabLst>
                      </a:pPr>
                      <a:r>
                        <a:rPr lang="en-US" sz="2400" dirty="0">
                          <a:effectLst/>
                        </a:rPr>
                        <a:t>Set</a:t>
                      </a:r>
                      <a:endParaRPr lang="en-US" sz="2400" dirty="0">
                        <a:solidFill>
                          <a:srgbClr val="000000"/>
                        </a:solidFill>
                        <a:effectLst/>
                        <a:latin typeface="Trebuchet MS" panose="020B0603020202020204" pitchFamily="34" charset="0"/>
                        <a:ea typeface="Times New Roman" panose="02020603050405020304" pitchFamily="18" charset="0"/>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hangingPunct="0">
                        <a:spcBef>
                          <a:spcPts val="100"/>
                        </a:spcBef>
                        <a:spcAft>
                          <a:spcPts val="100"/>
                        </a:spcAft>
                        <a:tabLst>
                          <a:tab pos="548640" algn="l"/>
                        </a:tabLst>
                      </a:pPr>
                      <a:r>
                        <a:rPr lang="en-US" sz="2400" dirty="0">
                          <a:solidFill>
                            <a:schemeClr val="dk1"/>
                          </a:solidFill>
                          <a:effectLst/>
                          <a:latin typeface="+mn-lt"/>
                          <a:ea typeface="+mn-ea"/>
                          <a:cs typeface="+mn-cs"/>
                        </a:rPr>
                        <a:t>Project</a:t>
                      </a:r>
                      <a:r>
                        <a:rPr lang="en-US" sz="2400" baseline="0" dirty="0">
                          <a:solidFill>
                            <a:schemeClr val="dk1"/>
                          </a:solidFill>
                          <a:effectLst/>
                          <a:latin typeface="+mn-lt"/>
                          <a:ea typeface="+mn-ea"/>
                          <a:cs typeface="+mn-cs"/>
                        </a:rPr>
                        <a:t> Start</a:t>
                      </a:r>
                      <a:endParaRPr lang="en-US" sz="2400" dirty="0">
                        <a:solidFill>
                          <a:srgbClr val="000000"/>
                        </a:solidFill>
                        <a:effectLst/>
                        <a:latin typeface="Trebuchet MS" panose="020B0603020202020204" pitchFamily="34" charset="0"/>
                        <a:ea typeface="Times New Roman" panose="02020603050405020304" pitchFamily="18" charset="0"/>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10886">
                <a:tc>
                  <a:txBody>
                    <a:bodyPr/>
                    <a:lstStyle/>
                    <a:p>
                      <a:pPr marL="0" marR="0" algn="just" hangingPunct="0">
                        <a:spcBef>
                          <a:spcPts val="100"/>
                        </a:spcBef>
                        <a:spcAft>
                          <a:spcPts val="100"/>
                        </a:spcAft>
                        <a:tabLst>
                          <a:tab pos="548640" algn="l"/>
                        </a:tabLst>
                      </a:pPr>
                      <a:r>
                        <a:rPr lang="en-US" sz="2400" dirty="0">
                          <a:effectLst/>
                        </a:rPr>
                        <a:t>Reset</a:t>
                      </a:r>
                      <a:endParaRPr lang="en-US" sz="2400" dirty="0">
                        <a:solidFill>
                          <a:srgbClr val="000000"/>
                        </a:solidFill>
                        <a:effectLst/>
                        <a:latin typeface="Trebuchet MS" panose="020B0603020202020204" pitchFamily="34" charset="0"/>
                        <a:ea typeface="Times New Roman" panose="02020603050405020304" pitchFamily="18" charset="0"/>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hangingPunct="0">
                        <a:spcBef>
                          <a:spcPts val="100"/>
                        </a:spcBef>
                        <a:spcAft>
                          <a:spcPts val="100"/>
                        </a:spcAft>
                        <a:tabLst>
                          <a:tab pos="548640" algn="l"/>
                        </a:tabLst>
                      </a:pPr>
                      <a:r>
                        <a:rPr lang="en-US" sz="2400" dirty="0">
                          <a:effectLst/>
                        </a:rPr>
                        <a:t>As required</a:t>
                      </a:r>
                      <a:endParaRPr lang="en-US" sz="2400" dirty="0">
                        <a:solidFill>
                          <a:srgbClr val="000000"/>
                        </a:solidFill>
                        <a:effectLst/>
                        <a:latin typeface="Trebuchet MS" panose="020B0603020202020204" pitchFamily="34" charset="0"/>
                        <a:ea typeface="Times New Roman" panose="02020603050405020304" pitchFamily="18" charset="0"/>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510886">
                <a:tc>
                  <a:txBody>
                    <a:bodyPr/>
                    <a:lstStyle/>
                    <a:p>
                      <a:pPr marL="0" marR="0" algn="just" hangingPunct="0">
                        <a:spcBef>
                          <a:spcPts val="100"/>
                        </a:spcBef>
                        <a:spcAft>
                          <a:spcPts val="100"/>
                        </a:spcAft>
                        <a:tabLst>
                          <a:tab pos="548640" algn="l"/>
                        </a:tabLst>
                      </a:pPr>
                      <a:r>
                        <a:rPr lang="en-US" sz="2400" dirty="0">
                          <a:effectLst/>
                        </a:rPr>
                        <a:t>Status</a:t>
                      </a:r>
                      <a:endParaRPr lang="en-US" sz="2400" dirty="0">
                        <a:solidFill>
                          <a:srgbClr val="000000"/>
                        </a:solidFill>
                        <a:effectLst/>
                        <a:latin typeface="Trebuchet MS" panose="020B0603020202020204" pitchFamily="34" charset="0"/>
                        <a:ea typeface="Times New Roman" panose="02020603050405020304" pitchFamily="18" charset="0"/>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hangingPunct="0">
                        <a:spcBef>
                          <a:spcPts val="100"/>
                        </a:spcBef>
                        <a:spcAft>
                          <a:spcPts val="100"/>
                        </a:spcAft>
                        <a:tabLst>
                          <a:tab pos="548640" algn="l"/>
                        </a:tabLst>
                      </a:pPr>
                      <a:r>
                        <a:rPr lang="en-US" sz="2400" dirty="0">
                          <a:effectLst/>
                        </a:rPr>
                        <a:t>Monthly</a:t>
                      </a:r>
                      <a:endParaRPr lang="en-US" sz="2400" dirty="0">
                        <a:solidFill>
                          <a:srgbClr val="000000"/>
                        </a:solidFill>
                        <a:effectLst/>
                        <a:latin typeface="Trebuchet MS" panose="020B0603020202020204" pitchFamily="34" charset="0"/>
                        <a:ea typeface="Times New Roman" panose="02020603050405020304" pitchFamily="18" charset="0"/>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510886">
                <a:tc>
                  <a:txBody>
                    <a:bodyPr/>
                    <a:lstStyle/>
                    <a:p>
                      <a:pPr marL="0" marR="0" algn="just" hangingPunct="0">
                        <a:spcBef>
                          <a:spcPts val="100"/>
                        </a:spcBef>
                        <a:spcAft>
                          <a:spcPts val="100"/>
                        </a:spcAft>
                        <a:tabLst>
                          <a:tab pos="548640" algn="l"/>
                        </a:tabLst>
                      </a:pPr>
                      <a:r>
                        <a:rPr lang="en-US" sz="2400" dirty="0">
                          <a:effectLst/>
                        </a:rPr>
                        <a:t>Process Activity	</a:t>
                      </a:r>
                      <a:endParaRPr lang="en-US" sz="2400" dirty="0">
                        <a:solidFill>
                          <a:srgbClr val="000000"/>
                        </a:solidFill>
                        <a:effectLst/>
                        <a:latin typeface="Trebuchet MS" panose="020B0603020202020204" pitchFamily="34" charset="0"/>
                        <a:ea typeface="Times New Roman" panose="02020603050405020304" pitchFamily="18" charset="0"/>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hangingPunct="0">
                        <a:spcBef>
                          <a:spcPts val="100"/>
                        </a:spcBef>
                        <a:spcAft>
                          <a:spcPts val="100"/>
                        </a:spcAft>
                        <a:tabLst>
                          <a:tab pos="548640" algn="l"/>
                        </a:tabLst>
                      </a:pPr>
                      <a:r>
                        <a:rPr lang="en-US" sz="2400" dirty="0">
                          <a:effectLst/>
                        </a:rPr>
                        <a:t>Weekly</a:t>
                      </a:r>
                      <a:endParaRPr lang="en-US" sz="2400" dirty="0">
                        <a:solidFill>
                          <a:srgbClr val="000000"/>
                        </a:solidFill>
                        <a:effectLst/>
                        <a:latin typeface="Trebuchet MS" panose="020B0603020202020204" pitchFamily="34" charset="0"/>
                        <a:ea typeface="Times New Roman" panose="02020603050405020304" pitchFamily="18" charset="0"/>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510886">
                <a:tc>
                  <a:txBody>
                    <a:bodyPr/>
                    <a:lstStyle/>
                    <a:p>
                      <a:pPr marL="0" marR="0" algn="just" hangingPunct="0">
                        <a:spcBef>
                          <a:spcPts val="100"/>
                        </a:spcBef>
                        <a:spcAft>
                          <a:spcPts val="100"/>
                        </a:spcAft>
                        <a:tabLst>
                          <a:tab pos="548640" algn="l"/>
                        </a:tabLst>
                      </a:pPr>
                      <a:r>
                        <a:rPr lang="en-US" sz="2400" dirty="0">
                          <a:effectLst/>
                        </a:rPr>
                        <a:t>Screen Activity</a:t>
                      </a:r>
                      <a:endParaRPr lang="en-US" sz="2400" dirty="0">
                        <a:solidFill>
                          <a:srgbClr val="000000"/>
                        </a:solidFill>
                        <a:effectLst/>
                        <a:latin typeface="Trebuchet MS" panose="020B0603020202020204" pitchFamily="34" charset="0"/>
                        <a:ea typeface="Times New Roman" panose="02020603050405020304" pitchFamily="18" charset="0"/>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hangingPunct="0">
                        <a:spcBef>
                          <a:spcPts val="100"/>
                        </a:spcBef>
                        <a:spcAft>
                          <a:spcPts val="100"/>
                        </a:spcAft>
                        <a:tabLst>
                          <a:tab pos="548640" algn="l"/>
                        </a:tabLst>
                      </a:pPr>
                      <a:r>
                        <a:rPr lang="en-US" sz="2400" dirty="0">
                          <a:effectLst/>
                        </a:rPr>
                        <a:t>Screen Completion</a:t>
                      </a:r>
                      <a:endParaRPr lang="en-US" sz="2400" dirty="0">
                        <a:solidFill>
                          <a:srgbClr val="000000"/>
                        </a:solidFill>
                        <a:effectLst/>
                        <a:latin typeface="Trebuchet MS" panose="020B0603020202020204" pitchFamily="34" charset="0"/>
                        <a:ea typeface="Times New Roman" panose="02020603050405020304" pitchFamily="18" charset="0"/>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510886">
                <a:tc>
                  <a:txBody>
                    <a:bodyPr/>
                    <a:lstStyle/>
                    <a:p>
                      <a:pPr marL="0" marR="0" algn="just" hangingPunct="0">
                        <a:spcBef>
                          <a:spcPts val="100"/>
                        </a:spcBef>
                        <a:spcAft>
                          <a:spcPts val="100"/>
                        </a:spcAft>
                        <a:tabLst>
                          <a:tab pos="548640" algn="l"/>
                        </a:tabLst>
                      </a:pPr>
                      <a:r>
                        <a:rPr lang="en-US" sz="2400">
                          <a:effectLst/>
                        </a:rPr>
                        <a:t>Store Activity</a:t>
                      </a:r>
                      <a:endParaRPr lang="en-US" sz="2400">
                        <a:solidFill>
                          <a:srgbClr val="000000"/>
                        </a:solidFill>
                        <a:effectLst/>
                        <a:latin typeface="Trebuchet MS" panose="020B0603020202020204" pitchFamily="34" charset="0"/>
                        <a:ea typeface="Times New Roman" panose="02020603050405020304" pitchFamily="18" charset="0"/>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hangingPunct="0">
                        <a:spcBef>
                          <a:spcPts val="100"/>
                        </a:spcBef>
                        <a:spcAft>
                          <a:spcPts val="100"/>
                        </a:spcAft>
                        <a:tabLst>
                          <a:tab pos="548640" algn="l"/>
                        </a:tabLst>
                      </a:pPr>
                      <a:r>
                        <a:rPr lang="en-US" sz="2400" dirty="0">
                          <a:effectLst/>
                        </a:rPr>
                        <a:t>Store Change</a:t>
                      </a:r>
                      <a:endParaRPr lang="en-US" sz="2400" dirty="0">
                        <a:solidFill>
                          <a:srgbClr val="000000"/>
                        </a:solidFill>
                        <a:effectLst/>
                        <a:latin typeface="Trebuchet MS" panose="020B0603020202020204" pitchFamily="34" charset="0"/>
                        <a:ea typeface="Times New Roman" panose="02020603050405020304" pitchFamily="18" charset="0"/>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510886">
                <a:tc>
                  <a:txBody>
                    <a:bodyPr/>
                    <a:lstStyle/>
                    <a:p>
                      <a:pPr marL="0" marR="0" algn="just" hangingPunct="0">
                        <a:spcBef>
                          <a:spcPts val="100"/>
                        </a:spcBef>
                        <a:spcAft>
                          <a:spcPts val="100"/>
                        </a:spcAft>
                        <a:tabLst>
                          <a:tab pos="548640" algn="l"/>
                        </a:tabLst>
                      </a:pPr>
                      <a:r>
                        <a:rPr lang="en-US" sz="2400" dirty="0">
                          <a:effectLst/>
                        </a:rPr>
                        <a:t>Risk Management</a:t>
                      </a:r>
                      <a:endParaRPr lang="en-US" sz="2400" dirty="0">
                        <a:solidFill>
                          <a:srgbClr val="000000"/>
                        </a:solidFill>
                        <a:effectLst/>
                        <a:latin typeface="Trebuchet MS" panose="020B0603020202020204" pitchFamily="34" charset="0"/>
                        <a:ea typeface="Times New Roman" panose="02020603050405020304" pitchFamily="18" charset="0"/>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hangingPunct="0">
                        <a:spcBef>
                          <a:spcPts val="100"/>
                        </a:spcBef>
                        <a:spcAft>
                          <a:spcPts val="100"/>
                        </a:spcAft>
                        <a:tabLst>
                          <a:tab pos="548640" algn="l"/>
                        </a:tabLst>
                      </a:pPr>
                      <a:r>
                        <a:rPr lang="en-US" sz="2400" dirty="0">
                          <a:effectLst/>
                        </a:rPr>
                        <a:t>Weekly</a:t>
                      </a:r>
                      <a:endParaRPr lang="en-US" sz="2400" dirty="0">
                        <a:solidFill>
                          <a:srgbClr val="000000"/>
                        </a:solidFill>
                        <a:effectLst/>
                        <a:latin typeface="Trebuchet MS" panose="020B0603020202020204" pitchFamily="34" charset="0"/>
                        <a:ea typeface="Times New Roman" panose="02020603050405020304" pitchFamily="18" charset="0"/>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graphicFrame>
        <p:nvGraphicFramePr>
          <p:cNvPr id="46" name="Table 45"/>
          <p:cNvGraphicFramePr>
            <a:graphicFrameLocks noGrp="1"/>
          </p:cNvGraphicFramePr>
          <p:nvPr>
            <p:extLst>
              <p:ext uri="{D42A27DB-BD31-4B8C-83A1-F6EECF244321}">
                <p14:modId xmlns:p14="http://schemas.microsoft.com/office/powerpoint/2010/main" val="3844770506"/>
              </p:ext>
            </p:extLst>
          </p:nvPr>
        </p:nvGraphicFramePr>
        <p:xfrm>
          <a:off x="876687" y="5745752"/>
          <a:ext cx="12215812" cy="1657352"/>
        </p:xfrm>
        <a:graphic>
          <a:graphicData uri="http://schemas.openxmlformats.org/drawingml/2006/table">
            <a:tbl>
              <a:tblPr>
                <a:tableStyleId>{5C22544A-7EE6-4342-B048-85BDC9FD1C3A}</a:tableStyleId>
              </a:tblPr>
              <a:tblGrid>
                <a:gridCol w="5817053">
                  <a:extLst>
                    <a:ext uri="{9D8B030D-6E8A-4147-A177-3AD203B41FA5}">
                      <a16:colId xmlns:a16="http://schemas.microsoft.com/office/drawing/2014/main" val="20000"/>
                    </a:ext>
                  </a:extLst>
                </a:gridCol>
                <a:gridCol w="6398759">
                  <a:extLst>
                    <a:ext uri="{9D8B030D-6E8A-4147-A177-3AD203B41FA5}">
                      <a16:colId xmlns:a16="http://schemas.microsoft.com/office/drawing/2014/main" val="20001"/>
                    </a:ext>
                  </a:extLst>
                </a:gridCol>
              </a:tblGrid>
              <a:tr h="414338">
                <a:tc>
                  <a:txBody>
                    <a:bodyPr/>
                    <a:lstStyle/>
                    <a:p>
                      <a:pPr marL="0" marR="0" algn="ctr" hangingPunct="0">
                        <a:spcBef>
                          <a:spcPts val="100"/>
                        </a:spcBef>
                        <a:spcAft>
                          <a:spcPts val="100"/>
                        </a:spcAft>
                        <a:tabLst>
                          <a:tab pos="548640" algn="l"/>
                        </a:tabLst>
                      </a:pPr>
                      <a:r>
                        <a:rPr lang="en-US" sz="2400" b="1" dirty="0">
                          <a:effectLst/>
                        </a:rPr>
                        <a:t>Metrics</a:t>
                      </a:r>
                      <a:endParaRPr lang="en-US" sz="2400" b="1" dirty="0">
                        <a:solidFill>
                          <a:srgbClr val="000000"/>
                        </a:solidFill>
                        <a:effectLst/>
                        <a:latin typeface="Trebuchet MS" panose="020B060302020202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pPr marL="0" marR="0" algn="ctr" hangingPunct="0">
                        <a:spcBef>
                          <a:spcPts val="100"/>
                        </a:spcBef>
                        <a:spcAft>
                          <a:spcPts val="100"/>
                        </a:spcAft>
                        <a:tabLst>
                          <a:tab pos="548640" algn="l"/>
                        </a:tabLst>
                      </a:pPr>
                      <a:r>
                        <a:rPr lang="en-US" sz="2400" b="1" dirty="0">
                          <a:solidFill>
                            <a:schemeClr val="dk1"/>
                          </a:solidFill>
                          <a:effectLst/>
                          <a:latin typeface="+mn-lt"/>
                          <a:ea typeface="+mn-ea"/>
                          <a:cs typeface="+mn-cs"/>
                        </a:rPr>
                        <a:t>Frequency</a:t>
                      </a:r>
                      <a:endParaRPr lang="en-US" sz="2400" b="1" dirty="0">
                        <a:solidFill>
                          <a:srgbClr val="000000"/>
                        </a:solidFill>
                        <a:effectLst/>
                        <a:latin typeface="Trebuchet MS" panose="020B060302020202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10000"/>
                  </a:ext>
                </a:extLst>
              </a:tr>
              <a:tr h="414338">
                <a:tc>
                  <a:txBody>
                    <a:bodyPr/>
                    <a:lstStyle/>
                    <a:p>
                      <a:pPr marL="0" marR="0" algn="just" hangingPunct="0">
                        <a:spcBef>
                          <a:spcPts val="100"/>
                        </a:spcBef>
                        <a:spcAft>
                          <a:spcPts val="100"/>
                        </a:spcAft>
                        <a:tabLst>
                          <a:tab pos="548640" algn="l"/>
                        </a:tabLst>
                      </a:pPr>
                      <a:r>
                        <a:rPr lang="en-US" sz="2400" dirty="0">
                          <a:effectLst/>
                        </a:rPr>
                        <a:t>Process	</a:t>
                      </a:r>
                      <a:endParaRPr lang="en-US" sz="2400" dirty="0">
                        <a:solidFill>
                          <a:srgbClr val="000000"/>
                        </a:solidFill>
                        <a:effectLst/>
                        <a:latin typeface="Trebuchet MS" panose="020B060302020202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hangingPunct="0">
                        <a:spcBef>
                          <a:spcPts val="100"/>
                        </a:spcBef>
                        <a:spcAft>
                          <a:spcPts val="100"/>
                        </a:spcAft>
                        <a:tabLst>
                          <a:tab pos="548640" algn="l"/>
                        </a:tabLst>
                      </a:pPr>
                      <a:r>
                        <a:rPr lang="en-US" sz="2400" dirty="0">
                          <a:effectLst/>
                        </a:rPr>
                        <a:t>Weekly</a:t>
                      </a:r>
                      <a:endParaRPr lang="en-US" sz="2400" dirty="0">
                        <a:solidFill>
                          <a:srgbClr val="000000"/>
                        </a:solidFill>
                        <a:effectLst/>
                        <a:latin typeface="Trebuchet MS" panose="020B060302020202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14338">
                <a:tc>
                  <a:txBody>
                    <a:bodyPr/>
                    <a:lstStyle/>
                    <a:p>
                      <a:pPr marL="0" marR="0" algn="just" hangingPunct="0">
                        <a:spcBef>
                          <a:spcPts val="100"/>
                        </a:spcBef>
                        <a:spcAft>
                          <a:spcPts val="100"/>
                        </a:spcAft>
                        <a:tabLst>
                          <a:tab pos="548640" algn="l"/>
                        </a:tabLst>
                      </a:pPr>
                      <a:r>
                        <a:rPr lang="en-US" sz="2400">
                          <a:effectLst/>
                        </a:rPr>
                        <a:t>Screen	</a:t>
                      </a:r>
                      <a:endParaRPr lang="en-US" sz="2400">
                        <a:solidFill>
                          <a:srgbClr val="000000"/>
                        </a:solidFill>
                        <a:effectLst/>
                        <a:latin typeface="Trebuchet MS" panose="020B060302020202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hangingPunct="0">
                        <a:spcBef>
                          <a:spcPts val="100"/>
                        </a:spcBef>
                        <a:spcAft>
                          <a:spcPts val="100"/>
                        </a:spcAft>
                        <a:tabLst>
                          <a:tab pos="548640" algn="l"/>
                        </a:tabLst>
                      </a:pPr>
                      <a:r>
                        <a:rPr lang="en-US" sz="2400" dirty="0">
                          <a:effectLst/>
                        </a:rPr>
                        <a:t>After Screen Completion</a:t>
                      </a:r>
                      <a:endParaRPr lang="en-US" sz="2400" dirty="0">
                        <a:solidFill>
                          <a:srgbClr val="000000"/>
                        </a:solidFill>
                        <a:effectLst/>
                        <a:latin typeface="Trebuchet MS" panose="020B060302020202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14338">
                <a:tc>
                  <a:txBody>
                    <a:bodyPr/>
                    <a:lstStyle/>
                    <a:p>
                      <a:pPr marL="0" marR="0" algn="just" hangingPunct="0">
                        <a:spcBef>
                          <a:spcPts val="100"/>
                        </a:spcBef>
                        <a:spcAft>
                          <a:spcPts val="100"/>
                        </a:spcAft>
                        <a:tabLst>
                          <a:tab pos="548640" algn="l"/>
                        </a:tabLst>
                      </a:pPr>
                      <a:r>
                        <a:rPr lang="en-US" sz="2400">
                          <a:effectLst/>
                        </a:rPr>
                        <a:t>Store</a:t>
                      </a:r>
                      <a:endParaRPr lang="en-US" sz="2400">
                        <a:solidFill>
                          <a:srgbClr val="000000"/>
                        </a:solidFill>
                        <a:effectLst/>
                        <a:latin typeface="Trebuchet MS" panose="020B060302020202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hangingPunct="0">
                        <a:spcBef>
                          <a:spcPts val="100"/>
                        </a:spcBef>
                        <a:spcAft>
                          <a:spcPts val="100"/>
                        </a:spcAft>
                        <a:tabLst>
                          <a:tab pos="548640" algn="l"/>
                        </a:tabLst>
                      </a:pPr>
                      <a:r>
                        <a:rPr lang="en-US" sz="2400" dirty="0">
                          <a:effectLst/>
                        </a:rPr>
                        <a:t>On Demand</a:t>
                      </a:r>
                      <a:endParaRPr lang="en-US" sz="2400" dirty="0">
                        <a:solidFill>
                          <a:srgbClr val="000000"/>
                        </a:solidFill>
                        <a:effectLst/>
                        <a:latin typeface="Trebuchet MS" panose="020B060302020202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2241829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a:extLst>
              <a:ext uri="{FF2B5EF4-FFF2-40B4-BE49-F238E27FC236}">
                <a16:creationId xmlns:a16="http://schemas.microsoft.com/office/drawing/2014/main" id="{BB7F4568-7A32-4095-A56F-6FC7C33B42AA}"/>
              </a:ext>
            </a:extLst>
          </p:cNvPr>
          <p:cNvPicPr>
            <a:picLocks noGrp="1" noChangeAspect="1"/>
          </p:cNvPicPr>
          <p:nvPr>
            <p:ph type="pic" sz="quarter" idx="16"/>
          </p:nvPr>
        </p:nvPicPr>
        <p:blipFill>
          <a:blip r:embed="rId2">
            <a:extLst>
              <a:ext uri="{28A0092B-C50C-407E-A947-70E740481C1C}">
                <a14:useLocalDpi xmlns:a14="http://schemas.microsoft.com/office/drawing/2010/main" val="0"/>
              </a:ext>
            </a:extLst>
          </a:blip>
          <a:srcRect/>
          <a:stretch>
            <a:fillRect/>
          </a:stretch>
        </p:blipFill>
        <p:spPr/>
      </p:pic>
      <p:sp>
        <p:nvSpPr>
          <p:cNvPr id="5" name="Title 4">
            <a:extLst>
              <a:ext uri="{FF2B5EF4-FFF2-40B4-BE49-F238E27FC236}">
                <a16:creationId xmlns:a16="http://schemas.microsoft.com/office/drawing/2014/main" id="{746326FC-718E-44CC-BED1-A9F2A670D760}"/>
              </a:ext>
            </a:extLst>
          </p:cNvPr>
          <p:cNvSpPr>
            <a:spLocks noGrp="1"/>
          </p:cNvSpPr>
          <p:nvPr>
            <p:ph type="title"/>
          </p:nvPr>
        </p:nvSpPr>
        <p:spPr/>
        <p:txBody>
          <a:bodyPr/>
          <a:lstStyle/>
          <a:p>
            <a:r>
              <a:rPr lang="en-US" dirty="0"/>
              <a:t>Thank You</a:t>
            </a:r>
          </a:p>
        </p:txBody>
      </p:sp>
      <p:sp>
        <p:nvSpPr>
          <p:cNvPr id="4" name="Date Placeholder 3">
            <a:extLst>
              <a:ext uri="{FF2B5EF4-FFF2-40B4-BE49-F238E27FC236}">
                <a16:creationId xmlns:a16="http://schemas.microsoft.com/office/drawing/2014/main" id="{CB3F1EFD-2D38-4486-BFF9-E7FA70661E6E}"/>
              </a:ext>
            </a:extLst>
          </p:cNvPr>
          <p:cNvSpPr>
            <a:spLocks noGrp="1"/>
          </p:cNvSpPr>
          <p:nvPr>
            <p:ph type="dt" sz="half" idx="17"/>
          </p:nvPr>
        </p:nvSpPr>
        <p:spPr/>
        <p:txBody>
          <a:bodyPr/>
          <a:lstStyle/>
          <a:p>
            <a:fld id="{5CED9324-B2E2-4A85-9931-40B505EF33D5}" type="datetime1">
              <a:rPr lang="en-US" smtClean="0"/>
              <a:t>1/7/2020</a:t>
            </a:fld>
            <a:endParaRPr lang="en-US"/>
          </a:p>
        </p:txBody>
      </p:sp>
      <p:sp>
        <p:nvSpPr>
          <p:cNvPr id="3" name="Slide Number Placeholder 2">
            <a:extLst>
              <a:ext uri="{FF2B5EF4-FFF2-40B4-BE49-F238E27FC236}">
                <a16:creationId xmlns:a16="http://schemas.microsoft.com/office/drawing/2014/main" id="{5E4E0FAF-22DF-4BEB-9BE7-660DB1EF4A38}"/>
              </a:ext>
            </a:extLst>
          </p:cNvPr>
          <p:cNvSpPr>
            <a:spLocks noGrp="1"/>
          </p:cNvSpPr>
          <p:nvPr>
            <p:ph type="sldNum" sz="quarter" idx="19"/>
          </p:nvPr>
        </p:nvSpPr>
        <p:spPr/>
        <p:txBody>
          <a:bodyPr/>
          <a:lstStyle/>
          <a:p>
            <a:fld id="{19A725F3-83D0-4529-A15C-9D644B8C51E0}" type="slidenum">
              <a:rPr lang="en-US" smtClean="0"/>
              <a:pPr/>
              <a:t>9</a:t>
            </a:fld>
            <a:endParaRPr lang="en-US"/>
          </a:p>
        </p:txBody>
      </p:sp>
    </p:spTree>
    <p:extLst>
      <p:ext uri="{BB962C8B-B14F-4D97-AF65-F5344CB8AC3E}">
        <p14:creationId xmlns:p14="http://schemas.microsoft.com/office/powerpoint/2010/main" val="1361896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lang="en-US" dirty="0"/>
              <a:t>Risk Impact</a:t>
            </a:r>
          </a:p>
        </p:txBody>
      </p:sp>
      <p:graphicFrame>
        <p:nvGraphicFramePr>
          <p:cNvPr id="9" name="Content Placeholder 8"/>
          <p:cNvGraphicFramePr>
            <a:graphicFrameLocks noGrp="1"/>
          </p:cNvGraphicFramePr>
          <p:nvPr>
            <p:ph sz="quarter" idx="15"/>
            <p:extLst>
              <p:ext uri="{D42A27DB-BD31-4B8C-83A1-F6EECF244321}">
                <p14:modId xmlns:p14="http://schemas.microsoft.com/office/powerpoint/2010/main" val="1298292692"/>
              </p:ext>
            </p:extLst>
          </p:nvPr>
        </p:nvGraphicFramePr>
        <p:xfrm>
          <a:off x="365125" y="1579917"/>
          <a:ext cx="12240489" cy="2680356"/>
        </p:xfrm>
        <a:graphic>
          <a:graphicData uri="http://schemas.openxmlformats.org/drawingml/2006/table">
            <a:tbl>
              <a:tblPr firstRow="1" firstCol="1" lastRow="1" lastCol="1" bandRow="1" bandCol="1">
                <a:tableStyleId>{5C22544A-7EE6-4342-B048-85BDC9FD1C3A}</a:tableStyleId>
              </a:tblPr>
              <a:tblGrid>
                <a:gridCol w="3219727">
                  <a:extLst>
                    <a:ext uri="{9D8B030D-6E8A-4147-A177-3AD203B41FA5}">
                      <a16:colId xmlns:a16="http://schemas.microsoft.com/office/drawing/2014/main" val="20000"/>
                    </a:ext>
                  </a:extLst>
                </a:gridCol>
                <a:gridCol w="1803280">
                  <a:extLst>
                    <a:ext uri="{9D8B030D-6E8A-4147-A177-3AD203B41FA5}">
                      <a16:colId xmlns:a16="http://schemas.microsoft.com/office/drawing/2014/main" val="20001"/>
                    </a:ext>
                  </a:extLst>
                </a:gridCol>
                <a:gridCol w="1804734">
                  <a:extLst>
                    <a:ext uri="{9D8B030D-6E8A-4147-A177-3AD203B41FA5}">
                      <a16:colId xmlns:a16="http://schemas.microsoft.com/office/drawing/2014/main" val="20002"/>
                    </a:ext>
                  </a:extLst>
                </a:gridCol>
                <a:gridCol w="1803280">
                  <a:extLst>
                    <a:ext uri="{9D8B030D-6E8A-4147-A177-3AD203B41FA5}">
                      <a16:colId xmlns:a16="http://schemas.microsoft.com/office/drawing/2014/main" val="20003"/>
                    </a:ext>
                  </a:extLst>
                </a:gridCol>
                <a:gridCol w="1804734">
                  <a:extLst>
                    <a:ext uri="{9D8B030D-6E8A-4147-A177-3AD203B41FA5}">
                      <a16:colId xmlns:a16="http://schemas.microsoft.com/office/drawing/2014/main" val="20004"/>
                    </a:ext>
                  </a:extLst>
                </a:gridCol>
                <a:gridCol w="1804734">
                  <a:extLst>
                    <a:ext uri="{9D8B030D-6E8A-4147-A177-3AD203B41FA5}">
                      <a16:colId xmlns:a16="http://schemas.microsoft.com/office/drawing/2014/main" val="20005"/>
                    </a:ext>
                  </a:extLst>
                </a:gridCol>
              </a:tblGrid>
              <a:tr h="649612">
                <a:tc>
                  <a:txBody>
                    <a:bodyPr/>
                    <a:lstStyle/>
                    <a:p>
                      <a:pPr marL="0" marR="0" algn="ctr" hangingPunct="0">
                        <a:spcBef>
                          <a:spcPts val="0"/>
                        </a:spcBef>
                        <a:spcAft>
                          <a:spcPts val="0"/>
                        </a:spcAft>
                      </a:pPr>
                      <a:r>
                        <a:rPr lang="en-US" sz="2400" dirty="0">
                          <a:solidFill>
                            <a:schemeClr val="tx1"/>
                          </a:solidFill>
                          <a:effectLst/>
                        </a:rPr>
                        <a:t>Project Duration</a:t>
                      </a:r>
                      <a:endParaRPr lang="en-US" sz="2400" dirty="0">
                        <a:solidFill>
                          <a:schemeClr val="tx1"/>
                        </a:solidFill>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hangingPunct="0">
                        <a:spcBef>
                          <a:spcPts val="0"/>
                        </a:spcBef>
                        <a:spcAft>
                          <a:spcPts val="0"/>
                        </a:spcAft>
                      </a:pPr>
                      <a:r>
                        <a:rPr lang="en-US" sz="2400" dirty="0">
                          <a:solidFill>
                            <a:schemeClr val="tx1"/>
                          </a:solidFill>
                          <a:effectLst/>
                        </a:rPr>
                        <a:t>Very Low</a:t>
                      </a:r>
                      <a:endParaRPr lang="en-US" sz="2400" dirty="0">
                        <a:solidFill>
                          <a:schemeClr val="tx1"/>
                        </a:solidFill>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hangingPunct="0">
                        <a:spcBef>
                          <a:spcPts val="0"/>
                        </a:spcBef>
                        <a:spcAft>
                          <a:spcPts val="0"/>
                        </a:spcAft>
                      </a:pPr>
                      <a:r>
                        <a:rPr lang="en-US" sz="2400" dirty="0">
                          <a:solidFill>
                            <a:schemeClr val="tx1"/>
                          </a:solidFill>
                          <a:effectLst/>
                        </a:rPr>
                        <a:t>Low</a:t>
                      </a:r>
                      <a:endParaRPr lang="en-US" sz="2400" dirty="0">
                        <a:solidFill>
                          <a:schemeClr val="tx1"/>
                        </a:solidFill>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hangingPunct="0">
                        <a:spcBef>
                          <a:spcPts val="0"/>
                        </a:spcBef>
                        <a:spcAft>
                          <a:spcPts val="0"/>
                        </a:spcAft>
                      </a:pPr>
                      <a:r>
                        <a:rPr lang="en-US" sz="2400" dirty="0">
                          <a:solidFill>
                            <a:schemeClr val="tx1"/>
                          </a:solidFill>
                          <a:effectLst/>
                        </a:rPr>
                        <a:t>Medium</a:t>
                      </a:r>
                      <a:endParaRPr lang="en-US" sz="2400" dirty="0">
                        <a:solidFill>
                          <a:schemeClr val="tx1"/>
                        </a:solidFill>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hangingPunct="0">
                        <a:spcBef>
                          <a:spcPts val="0"/>
                        </a:spcBef>
                        <a:spcAft>
                          <a:spcPts val="0"/>
                        </a:spcAft>
                      </a:pPr>
                      <a:r>
                        <a:rPr lang="en-US" sz="2400" dirty="0">
                          <a:solidFill>
                            <a:schemeClr val="tx1"/>
                          </a:solidFill>
                          <a:effectLst/>
                        </a:rPr>
                        <a:t>High</a:t>
                      </a:r>
                      <a:endParaRPr lang="en-US" sz="2400" dirty="0">
                        <a:solidFill>
                          <a:schemeClr val="tx1"/>
                        </a:solidFill>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hangingPunct="0">
                        <a:spcBef>
                          <a:spcPts val="0"/>
                        </a:spcBef>
                        <a:spcAft>
                          <a:spcPts val="0"/>
                        </a:spcAft>
                      </a:pPr>
                      <a:r>
                        <a:rPr lang="en-US" sz="2400" dirty="0">
                          <a:solidFill>
                            <a:schemeClr val="tx1"/>
                          </a:solidFill>
                          <a:effectLst/>
                        </a:rPr>
                        <a:t>Very High</a:t>
                      </a:r>
                      <a:endParaRPr lang="en-US" sz="2400" dirty="0">
                        <a:solidFill>
                          <a:schemeClr val="tx1"/>
                        </a:solidFill>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649612">
                <a:tc>
                  <a:txBody>
                    <a:bodyPr/>
                    <a:lstStyle/>
                    <a:p>
                      <a:pPr marL="0" marR="0" hangingPunct="0">
                        <a:spcBef>
                          <a:spcPts val="0"/>
                        </a:spcBef>
                        <a:spcAft>
                          <a:spcPts val="0"/>
                        </a:spcAft>
                      </a:pPr>
                      <a:r>
                        <a:rPr lang="en-US" sz="2400">
                          <a:effectLst/>
                        </a:rPr>
                        <a:t>0 to 3 months</a:t>
                      </a:r>
                      <a:endParaRPr lang="en-US" sz="24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hangingPunct="0">
                        <a:spcBef>
                          <a:spcPts val="0"/>
                        </a:spcBef>
                        <a:spcAft>
                          <a:spcPts val="0"/>
                        </a:spcAft>
                      </a:pPr>
                      <a:r>
                        <a:rPr lang="en-US" sz="2400">
                          <a:effectLst/>
                        </a:rPr>
                        <a:t>&lt;1%</a:t>
                      </a:r>
                      <a:endParaRPr lang="en-US" sz="24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hangingPunct="0">
                        <a:spcBef>
                          <a:spcPts val="0"/>
                        </a:spcBef>
                        <a:spcAft>
                          <a:spcPts val="0"/>
                        </a:spcAft>
                      </a:pPr>
                      <a:r>
                        <a:rPr lang="en-US" sz="2400" dirty="0">
                          <a:effectLst/>
                        </a:rPr>
                        <a:t>2-4%</a:t>
                      </a:r>
                      <a:endParaRPr lang="en-US" sz="24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hangingPunct="0">
                        <a:spcBef>
                          <a:spcPts val="0"/>
                        </a:spcBef>
                        <a:spcAft>
                          <a:spcPts val="0"/>
                        </a:spcAft>
                      </a:pPr>
                      <a:r>
                        <a:rPr lang="en-US" sz="2400" dirty="0">
                          <a:effectLst/>
                        </a:rPr>
                        <a:t>4-7%</a:t>
                      </a:r>
                      <a:endParaRPr lang="en-US" sz="24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hangingPunct="0">
                        <a:spcBef>
                          <a:spcPts val="0"/>
                        </a:spcBef>
                        <a:spcAft>
                          <a:spcPts val="0"/>
                        </a:spcAft>
                      </a:pPr>
                      <a:r>
                        <a:rPr lang="en-US" sz="2400">
                          <a:effectLst/>
                        </a:rPr>
                        <a:t>7-10%</a:t>
                      </a:r>
                      <a:endParaRPr lang="en-US" sz="24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hangingPunct="0">
                        <a:spcBef>
                          <a:spcPts val="0"/>
                        </a:spcBef>
                        <a:spcAft>
                          <a:spcPts val="0"/>
                        </a:spcAft>
                      </a:pPr>
                      <a:r>
                        <a:rPr lang="en-US" sz="2400" dirty="0">
                          <a:effectLst/>
                        </a:rPr>
                        <a:t>&gt;10%</a:t>
                      </a:r>
                      <a:endParaRPr lang="en-US" sz="24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649612">
                <a:tc>
                  <a:txBody>
                    <a:bodyPr/>
                    <a:lstStyle/>
                    <a:p>
                      <a:pPr marL="0" marR="0" hangingPunct="0">
                        <a:spcBef>
                          <a:spcPts val="0"/>
                        </a:spcBef>
                        <a:spcAft>
                          <a:spcPts val="0"/>
                        </a:spcAft>
                      </a:pPr>
                      <a:r>
                        <a:rPr lang="en-US" sz="2400">
                          <a:effectLst/>
                        </a:rPr>
                        <a:t>3 to 12 months</a:t>
                      </a:r>
                      <a:endParaRPr lang="en-US" sz="24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hangingPunct="0">
                        <a:spcBef>
                          <a:spcPts val="0"/>
                        </a:spcBef>
                        <a:spcAft>
                          <a:spcPts val="0"/>
                        </a:spcAft>
                      </a:pPr>
                      <a:r>
                        <a:rPr lang="en-US" sz="2400">
                          <a:effectLst/>
                        </a:rPr>
                        <a:t>&lt;1%</a:t>
                      </a:r>
                      <a:endParaRPr lang="en-US" sz="24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hangingPunct="0">
                        <a:spcBef>
                          <a:spcPts val="0"/>
                        </a:spcBef>
                        <a:spcAft>
                          <a:spcPts val="0"/>
                        </a:spcAft>
                      </a:pPr>
                      <a:r>
                        <a:rPr lang="en-US" sz="2400">
                          <a:effectLst/>
                        </a:rPr>
                        <a:t>1-3%</a:t>
                      </a:r>
                      <a:endParaRPr lang="en-US" sz="24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hangingPunct="0">
                        <a:spcBef>
                          <a:spcPts val="0"/>
                        </a:spcBef>
                        <a:spcAft>
                          <a:spcPts val="0"/>
                        </a:spcAft>
                      </a:pPr>
                      <a:r>
                        <a:rPr lang="en-US" sz="2400" dirty="0">
                          <a:effectLst/>
                        </a:rPr>
                        <a:t>3-5%</a:t>
                      </a:r>
                      <a:endParaRPr lang="en-US" sz="24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hangingPunct="0">
                        <a:spcBef>
                          <a:spcPts val="0"/>
                        </a:spcBef>
                        <a:spcAft>
                          <a:spcPts val="0"/>
                        </a:spcAft>
                      </a:pPr>
                      <a:r>
                        <a:rPr lang="en-US" sz="2400" dirty="0">
                          <a:effectLst/>
                        </a:rPr>
                        <a:t>5-7%</a:t>
                      </a:r>
                      <a:endParaRPr lang="en-US" sz="24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hangingPunct="0">
                        <a:spcBef>
                          <a:spcPts val="0"/>
                        </a:spcBef>
                        <a:spcAft>
                          <a:spcPts val="0"/>
                        </a:spcAft>
                      </a:pPr>
                      <a:r>
                        <a:rPr lang="en-US" sz="2400" dirty="0">
                          <a:effectLst/>
                        </a:rPr>
                        <a:t>&gt;7%</a:t>
                      </a:r>
                      <a:endParaRPr lang="en-US" sz="24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663647">
                <a:tc>
                  <a:txBody>
                    <a:bodyPr/>
                    <a:lstStyle/>
                    <a:p>
                      <a:pPr marL="0" marR="0" hangingPunct="0">
                        <a:spcBef>
                          <a:spcPts val="0"/>
                        </a:spcBef>
                        <a:spcAft>
                          <a:spcPts val="0"/>
                        </a:spcAft>
                      </a:pPr>
                      <a:r>
                        <a:rPr lang="en-US" sz="2400">
                          <a:effectLst/>
                        </a:rPr>
                        <a:t>More than 12 months</a:t>
                      </a:r>
                      <a:endParaRPr lang="en-US" sz="24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hangingPunct="0">
                        <a:spcBef>
                          <a:spcPts val="0"/>
                        </a:spcBef>
                        <a:spcAft>
                          <a:spcPts val="0"/>
                        </a:spcAft>
                      </a:pPr>
                      <a:r>
                        <a:rPr lang="en-US" sz="2400">
                          <a:effectLst/>
                        </a:rPr>
                        <a:t>&lt;0.5%</a:t>
                      </a:r>
                      <a:endParaRPr lang="en-US" sz="24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hangingPunct="0">
                        <a:spcBef>
                          <a:spcPts val="0"/>
                        </a:spcBef>
                        <a:spcAft>
                          <a:spcPts val="0"/>
                        </a:spcAft>
                      </a:pPr>
                      <a:r>
                        <a:rPr lang="en-US" sz="2400">
                          <a:effectLst/>
                        </a:rPr>
                        <a:t>0.5-1.5%</a:t>
                      </a:r>
                      <a:endParaRPr lang="en-US" sz="24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hangingPunct="0">
                        <a:spcBef>
                          <a:spcPts val="0"/>
                        </a:spcBef>
                        <a:spcAft>
                          <a:spcPts val="0"/>
                        </a:spcAft>
                      </a:pPr>
                      <a:r>
                        <a:rPr lang="en-US" sz="2400">
                          <a:effectLst/>
                        </a:rPr>
                        <a:t>1.5-3%</a:t>
                      </a:r>
                      <a:endParaRPr lang="en-US" sz="24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hangingPunct="0">
                        <a:spcBef>
                          <a:spcPts val="0"/>
                        </a:spcBef>
                        <a:spcAft>
                          <a:spcPts val="0"/>
                        </a:spcAft>
                      </a:pPr>
                      <a:r>
                        <a:rPr lang="en-US" sz="2400" dirty="0">
                          <a:effectLst/>
                        </a:rPr>
                        <a:t>3-4%</a:t>
                      </a:r>
                      <a:endParaRPr lang="en-US" sz="24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hangingPunct="0">
                        <a:spcBef>
                          <a:spcPts val="0"/>
                        </a:spcBef>
                        <a:spcAft>
                          <a:spcPts val="0"/>
                        </a:spcAft>
                      </a:pPr>
                      <a:r>
                        <a:rPr lang="en-US" sz="2400" dirty="0">
                          <a:effectLst/>
                        </a:rPr>
                        <a:t>&gt;4%</a:t>
                      </a:r>
                      <a:endParaRPr lang="en-US" sz="24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Date Placeholder 4"/>
          <p:cNvSpPr>
            <a:spLocks noGrp="1"/>
          </p:cNvSpPr>
          <p:nvPr>
            <p:ph type="dt" sz="half" idx="10"/>
          </p:nvPr>
        </p:nvSpPr>
        <p:spPr/>
        <p:txBody>
          <a:bodyPr/>
          <a:lstStyle/>
          <a:p>
            <a:fld id="{C44B84BA-15AE-4681-9BE5-80BA48EEB434}" type="datetime1">
              <a:rPr lang="en-US" smtClean="0"/>
              <a:t>1/7/2020</a:t>
            </a:fld>
            <a:endParaRPr lang="en-US" dirty="0"/>
          </a:p>
        </p:txBody>
      </p:sp>
      <p:sp>
        <p:nvSpPr>
          <p:cNvPr id="6" name="Slide Number Placeholder 5"/>
          <p:cNvSpPr>
            <a:spLocks noGrp="1"/>
          </p:cNvSpPr>
          <p:nvPr>
            <p:ph type="sldNum" sz="quarter" idx="12"/>
          </p:nvPr>
        </p:nvSpPr>
        <p:spPr/>
        <p:txBody>
          <a:bodyPr/>
          <a:lstStyle/>
          <a:p>
            <a:fld id="{19A725F3-83D0-4529-A15C-9D644B8C51E0}" type="slidenum">
              <a:rPr lang="en-US" smtClean="0"/>
              <a:pPr/>
              <a:t>10</a:t>
            </a:fld>
            <a:endParaRPr lang="en-US"/>
          </a:p>
        </p:txBody>
      </p:sp>
      <p:cxnSp>
        <p:nvCxnSpPr>
          <p:cNvPr id="7" name="Straight Connector 6"/>
          <p:cNvCxnSpPr/>
          <p:nvPr/>
        </p:nvCxnSpPr>
        <p:spPr>
          <a:xfrm flipV="1">
            <a:off x="365125" y="1341455"/>
            <a:ext cx="13597128" cy="1747"/>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72903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lang="en-US" dirty="0"/>
              <a:t>Risk Exposure</a:t>
            </a:r>
          </a:p>
        </p:txBody>
      </p:sp>
      <p:sp>
        <p:nvSpPr>
          <p:cNvPr id="5" name="Date Placeholder 4"/>
          <p:cNvSpPr>
            <a:spLocks noGrp="1"/>
          </p:cNvSpPr>
          <p:nvPr>
            <p:ph type="dt" sz="half" idx="10"/>
          </p:nvPr>
        </p:nvSpPr>
        <p:spPr/>
        <p:txBody>
          <a:bodyPr/>
          <a:lstStyle/>
          <a:p>
            <a:fld id="{C6CCE947-93C5-4C7F-9ABC-ADE0EC8AE020}" type="datetime1">
              <a:rPr lang="en-US" smtClean="0"/>
              <a:t>1/7/2020</a:t>
            </a:fld>
            <a:endParaRPr lang="en-US" dirty="0"/>
          </a:p>
        </p:txBody>
      </p:sp>
      <p:sp>
        <p:nvSpPr>
          <p:cNvPr id="6" name="Slide Number Placeholder 5"/>
          <p:cNvSpPr>
            <a:spLocks noGrp="1"/>
          </p:cNvSpPr>
          <p:nvPr>
            <p:ph type="sldNum" sz="quarter" idx="12"/>
          </p:nvPr>
        </p:nvSpPr>
        <p:spPr/>
        <p:txBody>
          <a:bodyPr/>
          <a:lstStyle/>
          <a:p>
            <a:fld id="{19A725F3-83D0-4529-A15C-9D644B8C51E0}" type="slidenum">
              <a:rPr lang="en-US" smtClean="0"/>
              <a:pPr/>
              <a:t>11</a:t>
            </a:fld>
            <a:endParaRPr lang="en-US"/>
          </a:p>
        </p:txBody>
      </p:sp>
      <p:cxnSp>
        <p:nvCxnSpPr>
          <p:cNvPr id="7" name="Straight Connector 6"/>
          <p:cNvCxnSpPr/>
          <p:nvPr/>
        </p:nvCxnSpPr>
        <p:spPr>
          <a:xfrm flipV="1">
            <a:off x="365125" y="1341455"/>
            <a:ext cx="13597128" cy="1747"/>
          </a:xfrm>
          <a:prstGeom prst="line">
            <a:avLst/>
          </a:prstGeom>
        </p:spPr>
        <p:style>
          <a:lnRef idx="1">
            <a:schemeClr val="accent1"/>
          </a:lnRef>
          <a:fillRef idx="0">
            <a:schemeClr val="accent1"/>
          </a:fillRef>
          <a:effectRef idx="0">
            <a:schemeClr val="accent1"/>
          </a:effectRef>
          <a:fontRef idx="minor">
            <a:schemeClr val="tx1"/>
          </a:fontRef>
        </p:style>
      </p:cxnSp>
      <p:sp>
        <p:nvSpPr>
          <p:cNvPr id="4" name="Rectangle 3"/>
          <p:cNvSpPr/>
          <p:nvPr/>
        </p:nvSpPr>
        <p:spPr>
          <a:xfrm>
            <a:off x="7173975" y="3853190"/>
            <a:ext cx="282450" cy="523220"/>
          </a:xfrm>
          <a:prstGeom prst="rect">
            <a:avLst/>
          </a:prstGeom>
        </p:spPr>
        <p:txBody>
          <a:bodyPr wrap="none">
            <a:spAutoFit/>
          </a:bodyPr>
          <a:lstStyle/>
          <a:p>
            <a:pPr algn="just" hangingPunct="0"/>
            <a:r>
              <a:rPr lang="en-US" sz="2800" dirty="0">
                <a:latin typeface="Segoe UI" panose="020B0502040204020203" pitchFamily="34" charset="0"/>
                <a:ea typeface="Times New Roman" panose="02020603050405020304" pitchFamily="18" charset="0"/>
                <a:cs typeface="Times New Roman" panose="02020603050405020304" pitchFamily="18" charset="0"/>
              </a:rPr>
              <a:t> </a:t>
            </a:r>
            <a:endParaRPr lang="en-US" sz="2800" dirty="0">
              <a:effectLst/>
              <a:latin typeface="Arial" panose="020B0604020202020204" pitchFamily="34" charset="0"/>
              <a:ea typeface="Times New Roman" panose="02020603050405020304" pitchFamily="18" charset="0"/>
              <a:cs typeface="Times New Roman" panose="02020603050405020304" pitchFamily="18" charset="0"/>
            </a:endParaRPr>
          </a:p>
        </p:txBody>
      </p:sp>
      <p:graphicFrame>
        <p:nvGraphicFramePr>
          <p:cNvPr id="28" name="Table 27"/>
          <p:cNvGraphicFramePr>
            <a:graphicFrameLocks noGrp="1"/>
          </p:cNvGraphicFramePr>
          <p:nvPr>
            <p:extLst>
              <p:ext uri="{D42A27DB-BD31-4B8C-83A1-F6EECF244321}">
                <p14:modId xmlns:p14="http://schemas.microsoft.com/office/powerpoint/2010/main" val="1170641912"/>
              </p:ext>
            </p:extLst>
          </p:nvPr>
        </p:nvGraphicFramePr>
        <p:xfrm>
          <a:off x="731520" y="1870366"/>
          <a:ext cx="9035935" cy="5720070"/>
        </p:xfrm>
        <a:graphic>
          <a:graphicData uri="http://schemas.openxmlformats.org/drawingml/2006/table">
            <a:tbl>
              <a:tblPr/>
              <a:tblGrid>
                <a:gridCol w="2030435">
                  <a:extLst>
                    <a:ext uri="{9D8B030D-6E8A-4147-A177-3AD203B41FA5}">
                      <a16:colId xmlns:a16="http://schemas.microsoft.com/office/drawing/2014/main" val="20000"/>
                    </a:ext>
                  </a:extLst>
                </a:gridCol>
                <a:gridCol w="1399503">
                  <a:extLst>
                    <a:ext uri="{9D8B030D-6E8A-4147-A177-3AD203B41FA5}">
                      <a16:colId xmlns:a16="http://schemas.microsoft.com/office/drawing/2014/main" val="20001"/>
                    </a:ext>
                  </a:extLst>
                </a:gridCol>
                <a:gridCol w="1505997">
                  <a:extLst>
                    <a:ext uri="{9D8B030D-6E8A-4147-A177-3AD203B41FA5}">
                      <a16:colId xmlns:a16="http://schemas.microsoft.com/office/drawing/2014/main" val="20002"/>
                    </a:ext>
                  </a:extLst>
                </a:gridCol>
                <a:gridCol w="1372377">
                  <a:extLst>
                    <a:ext uri="{9D8B030D-6E8A-4147-A177-3AD203B41FA5}">
                      <a16:colId xmlns:a16="http://schemas.microsoft.com/office/drawing/2014/main" val="20003"/>
                    </a:ext>
                  </a:extLst>
                </a:gridCol>
                <a:gridCol w="1189528">
                  <a:extLst>
                    <a:ext uri="{9D8B030D-6E8A-4147-A177-3AD203B41FA5}">
                      <a16:colId xmlns:a16="http://schemas.microsoft.com/office/drawing/2014/main" val="20004"/>
                    </a:ext>
                  </a:extLst>
                </a:gridCol>
                <a:gridCol w="1538095">
                  <a:extLst>
                    <a:ext uri="{9D8B030D-6E8A-4147-A177-3AD203B41FA5}">
                      <a16:colId xmlns:a16="http://schemas.microsoft.com/office/drawing/2014/main" val="20005"/>
                    </a:ext>
                  </a:extLst>
                </a:gridCol>
              </a:tblGrid>
              <a:tr h="836649">
                <a:tc>
                  <a:txBody>
                    <a:bodyPr/>
                    <a:lstStyle/>
                    <a:p>
                      <a:pPr marL="0" marR="0" algn="ctr" hangingPunct="0">
                        <a:spcBef>
                          <a:spcPts val="0"/>
                        </a:spcBef>
                        <a:spcAft>
                          <a:spcPts val="0"/>
                        </a:spcAft>
                      </a:pPr>
                      <a:r>
                        <a:rPr lang="en-US" sz="2400" b="1" dirty="0">
                          <a:effectLst/>
                          <a:latin typeface="+mj-lt"/>
                          <a:ea typeface="Times New Roman" panose="02020603050405020304" pitchFamily="18" charset="0"/>
                          <a:cs typeface="Times New Roman" panose="02020603050405020304" pitchFamily="18" charset="0"/>
                        </a:rPr>
                        <a:t>    Probability</a:t>
                      </a:r>
                    </a:p>
                    <a:p>
                      <a:pPr marL="0" marR="0" algn="ctr" hangingPunct="0">
                        <a:spcBef>
                          <a:spcPts val="0"/>
                        </a:spcBef>
                        <a:spcAft>
                          <a:spcPts val="0"/>
                        </a:spcAft>
                      </a:pPr>
                      <a:endParaRPr lang="en-US" sz="2400" dirty="0">
                        <a:effectLst/>
                        <a:latin typeface="+mj-lt"/>
                        <a:ea typeface="Times New Roman" panose="02020603050405020304" pitchFamily="18" charset="0"/>
                        <a:cs typeface="Times New Roman" panose="02020603050405020304" pitchFamily="18" charset="0"/>
                      </a:endParaRPr>
                    </a:p>
                    <a:p>
                      <a:pPr marL="0" marR="0" hangingPunct="0">
                        <a:spcBef>
                          <a:spcPts val="0"/>
                        </a:spcBef>
                        <a:spcAft>
                          <a:spcPts val="0"/>
                        </a:spcAft>
                      </a:pPr>
                      <a:r>
                        <a:rPr lang="en-US" sz="2400" b="1" dirty="0">
                          <a:effectLst/>
                          <a:latin typeface="+mj-lt"/>
                          <a:ea typeface="Times New Roman" panose="02020603050405020304" pitchFamily="18" charset="0"/>
                          <a:cs typeface="Times New Roman" panose="02020603050405020304" pitchFamily="18" charset="0"/>
                        </a:rPr>
                        <a:t>Impact</a:t>
                      </a:r>
                      <a:endParaRPr lang="en-US" sz="2400" dirty="0">
                        <a:effectLst/>
                        <a:latin typeface="+mj-lt"/>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c>
                  <a:txBody>
                    <a:bodyPr/>
                    <a:lstStyle/>
                    <a:p>
                      <a:pPr marL="0" marR="0" algn="ctr" hangingPunct="0">
                        <a:spcBef>
                          <a:spcPts val="0"/>
                        </a:spcBef>
                        <a:spcAft>
                          <a:spcPts val="0"/>
                        </a:spcAft>
                      </a:pPr>
                      <a:r>
                        <a:rPr lang="en-US" sz="2400" b="1">
                          <a:effectLst/>
                          <a:latin typeface="+mj-lt"/>
                          <a:ea typeface="Times New Roman" panose="02020603050405020304" pitchFamily="18" charset="0"/>
                          <a:cs typeface="Times New Roman" panose="02020603050405020304" pitchFamily="18" charset="0"/>
                        </a:rPr>
                        <a:t>Very High</a:t>
                      </a:r>
                      <a:endParaRPr lang="en-US" sz="2400">
                        <a:effectLst/>
                        <a:latin typeface="+mj-lt"/>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c>
                  <a:txBody>
                    <a:bodyPr/>
                    <a:lstStyle/>
                    <a:p>
                      <a:pPr marL="0" marR="0" algn="ctr" hangingPunct="0">
                        <a:spcBef>
                          <a:spcPts val="0"/>
                        </a:spcBef>
                        <a:spcAft>
                          <a:spcPts val="0"/>
                        </a:spcAft>
                      </a:pPr>
                      <a:r>
                        <a:rPr lang="en-US" sz="2400" b="1">
                          <a:effectLst/>
                          <a:latin typeface="+mj-lt"/>
                          <a:ea typeface="Times New Roman" panose="02020603050405020304" pitchFamily="18" charset="0"/>
                          <a:cs typeface="Times New Roman" panose="02020603050405020304" pitchFamily="18" charset="0"/>
                        </a:rPr>
                        <a:t>High</a:t>
                      </a:r>
                      <a:endParaRPr lang="en-US" sz="2400">
                        <a:effectLst/>
                        <a:latin typeface="+mj-lt"/>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c>
                  <a:txBody>
                    <a:bodyPr/>
                    <a:lstStyle/>
                    <a:p>
                      <a:pPr marL="0" marR="0" algn="ctr" hangingPunct="0">
                        <a:spcBef>
                          <a:spcPts val="0"/>
                        </a:spcBef>
                        <a:spcAft>
                          <a:spcPts val="0"/>
                        </a:spcAft>
                      </a:pPr>
                      <a:r>
                        <a:rPr lang="en-US" sz="2400" b="1">
                          <a:effectLst/>
                          <a:latin typeface="+mj-lt"/>
                          <a:ea typeface="Times New Roman" panose="02020603050405020304" pitchFamily="18" charset="0"/>
                          <a:cs typeface="Times New Roman" panose="02020603050405020304" pitchFamily="18" charset="0"/>
                        </a:rPr>
                        <a:t>Medium</a:t>
                      </a:r>
                      <a:endParaRPr lang="en-US" sz="2400">
                        <a:effectLst/>
                        <a:latin typeface="+mj-lt"/>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c>
                  <a:txBody>
                    <a:bodyPr/>
                    <a:lstStyle/>
                    <a:p>
                      <a:pPr marL="0" marR="0" algn="ctr" hangingPunct="0">
                        <a:spcBef>
                          <a:spcPts val="0"/>
                        </a:spcBef>
                        <a:spcAft>
                          <a:spcPts val="0"/>
                        </a:spcAft>
                      </a:pPr>
                      <a:r>
                        <a:rPr lang="en-US" sz="2400" b="1">
                          <a:effectLst/>
                          <a:latin typeface="+mj-lt"/>
                          <a:ea typeface="Times New Roman" panose="02020603050405020304" pitchFamily="18" charset="0"/>
                          <a:cs typeface="Times New Roman" panose="02020603050405020304" pitchFamily="18" charset="0"/>
                        </a:rPr>
                        <a:t>Low</a:t>
                      </a:r>
                      <a:endParaRPr lang="en-US" sz="2400">
                        <a:effectLst/>
                        <a:latin typeface="+mj-lt"/>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c>
                  <a:txBody>
                    <a:bodyPr/>
                    <a:lstStyle/>
                    <a:p>
                      <a:pPr marL="0" marR="0" algn="ctr" hangingPunct="0">
                        <a:spcBef>
                          <a:spcPts val="0"/>
                        </a:spcBef>
                        <a:spcAft>
                          <a:spcPts val="0"/>
                        </a:spcAft>
                      </a:pPr>
                      <a:r>
                        <a:rPr lang="en-US" sz="2400" b="1">
                          <a:effectLst/>
                          <a:latin typeface="+mj-lt"/>
                          <a:ea typeface="Times New Roman" panose="02020603050405020304" pitchFamily="18" charset="0"/>
                          <a:cs typeface="Times New Roman" panose="02020603050405020304" pitchFamily="18" charset="0"/>
                        </a:rPr>
                        <a:t>Very Low</a:t>
                      </a:r>
                      <a:endParaRPr lang="en-US" sz="2400">
                        <a:effectLst/>
                        <a:latin typeface="+mj-lt"/>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extLst>
                  <a:ext uri="{0D108BD9-81ED-4DB2-BD59-A6C34878D82A}">
                    <a16:rowId xmlns:a16="http://schemas.microsoft.com/office/drawing/2014/main" val="10000"/>
                  </a:ext>
                </a:extLst>
              </a:tr>
              <a:tr h="851406">
                <a:tc>
                  <a:txBody>
                    <a:bodyPr/>
                    <a:lstStyle/>
                    <a:p>
                      <a:pPr marL="0" marR="0" algn="ctr" hangingPunct="0">
                        <a:spcBef>
                          <a:spcPts val="0"/>
                        </a:spcBef>
                        <a:spcAft>
                          <a:spcPts val="0"/>
                        </a:spcAft>
                      </a:pPr>
                      <a:r>
                        <a:rPr lang="en-US" sz="2400" b="1">
                          <a:effectLst/>
                          <a:latin typeface="+mj-lt"/>
                          <a:ea typeface="Times New Roman" panose="02020603050405020304" pitchFamily="18" charset="0"/>
                          <a:cs typeface="Times New Roman" panose="02020603050405020304" pitchFamily="18" charset="0"/>
                        </a:rPr>
                        <a:t>Very High</a:t>
                      </a:r>
                      <a:endParaRPr lang="en-US" sz="2400">
                        <a:effectLst/>
                        <a:latin typeface="+mj-lt"/>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c>
                  <a:txBody>
                    <a:bodyPr/>
                    <a:lstStyle/>
                    <a:p>
                      <a:pPr marL="0" marR="0" algn="ctr" hangingPunct="0">
                        <a:spcBef>
                          <a:spcPts val="0"/>
                        </a:spcBef>
                        <a:spcAft>
                          <a:spcPts val="0"/>
                        </a:spcAft>
                      </a:pPr>
                      <a:r>
                        <a:rPr lang="en-US" sz="2400" b="1">
                          <a:effectLst/>
                          <a:latin typeface="+mj-lt"/>
                          <a:ea typeface="Times New Roman" panose="02020603050405020304" pitchFamily="18" charset="0"/>
                          <a:cs typeface="Times New Roman" panose="02020603050405020304" pitchFamily="18" charset="0"/>
                        </a:rPr>
                        <a:t> </a:t>
                      </a:r>
                      <a:endParaRPr lang="en-US" sz="2400">
                        <a:effectLst/>
                        <a:latin typeface="+mj-lt"/>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marL="0" marR="0" algn="ctr" hangingPunct="0">
                        <a:spcBef>
                          <a:spcPts val="0"/>
                        </a:spcBef>
                        <a:spcAft>
                          <a:spcPts val="0"/>
                        </a:spcAft>
                      </a:pPr>
                      <a:r>
                        <a:rPr lang="en-US" sz="2400" b="1">
                          <a:effectLst/>
                          <a:latin typeface="+mj-lt"/>
                          <a:ea typeface="Times New Roman" panose="02020603050405020304" pitchFamily="18" charset="0"/>
                          <a:cs typeface="Times New Roman" panose="02020603050405020304" pitchFamily="18" charset="0"/>
                        </a:rPr>
                        <a:t> </a:t>
                      </a:r>
                      <a:endParaRPr lang="en-US" sz="2400">
                        <a:effectLst/>
                        <a:latin typeface="+mj-lt"/>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marL="0" marR="0" algn="ctr" hangingPunct="0">
                        <a:spcBef>
                          <a:spcPts val="0"/>
                        </a:spcBef>
                        <a:spcAft>
                          <a:spcPts val="0"/>
                        </a:spcAft>
                      </a:pPr>
                      <a:r>
                        <a:rPr lang="en-US" sz="2400" b="1">
                          <a:effectLst/>
                          <a:latin typeface="+mj-lt"/>
                          <a:ea typeface="Times New Roman" panose="02020603050405020304" pitchFamily="18" charset="0"/>
                          <a:cs typeface="Times New Roman" panose="02020603050405020304" pitchFamily="18" charset="0"/>
                        </a:rPr>
                        <a:t> </a:t>
                      </a:r>
                      <a:endParaRPr lang="en-US" sz="2400">
                        <a:effectLst/>
                        <a:latin typeface="+mj-lt"/>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marL="0" marR="0" algn="ctr" hangingPunct="0">
                        <a:spcBef>
                          <a:spcPts val="0"/>
                        </a:spcBef>
                        <a:spcAft>
                          <a:spcPts val="0"/>
                        </a:spcAft>
                      </a:pPr>
                      <a:r>
                        <a:rPr lang="en-US" sz="2400" b="1">
                          <a:effectLst/>
                          <a:latin typeface="+mj-lt"/>
                          <a:ea typeface="Times New Roman" panose="02020603050405020304" pitchFamily="18" charset="0"/>
                          <a:cs typeface="Times New Roman" panose="02020603050405020304" pitchFamily="18" charset="0"/>
                        </a:rPr>
                        <a:t> </a:t>
                      </a:r>
                      <a:endParaRPr lang="en-US" sz="2400">
                        <a:effectLst/>
                        <a:latin typeface="+mj-lt"/>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99"/>
                    </a:solidFill>
                  </a:tcPr>
                </a:tc>
                <a:tc>
                  <a:txBody>
                    <a:bodyPr/>
                    <a:lstStyle/>
                    <a:p>
                      <a:pPr marL="0" marR="0" algn="ctr" hangingPunct="0">
                        <a:spcBef>
                          <a:spcPts val="0"/>
                        </a:spcBef>
                        <a:spcAft>
                          <a:spcPts val="0"/>
                        </a:spcAft>
                      </a:pPr>
                      <a:r>
                        <a:rPr lang="en-US" sz="2400" b="1" dirty="0">
                          <a:effectLst/>
                          <a:latin typeface="+mj-lt"/>
                          <a:ea typeface="Times New Roman" panose="02020603050405020304" pitchFamily="18" charset="0"/>
                          <a:cs typeface="Times New Roman" panose="02020603050405020304" pitchFamily="18" charset="0"/>
                        </a:rPr>
                        <a:t> </a:t>
                      </a:r>
                      <a:endParaRPr lang="en-US" sz="2400" dirty="0">
                        <a:effectLst/>
                        <a:latin typeface="+mj-lt"/>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99"/>
                    </a:solidFill>
                  </a:tcPr>
                </a:tc>
                <a:extLst>
                  <a:ext uri="{0D108BD9-81ED-4DB2-BD59-A6C34878D82A}">
                    <a16:rowId xmlns:a16="http://schemas.microsoft.com/office/drawing/2014/main" val="10001"/>
                  </a:ext>
                </a:extLst>
              </a:tr>
              <a:tr h="851406">
                <a:tc>
                  <a:txBody>
                    <a:bodyPr/>
                    <a:lstStyle/>
                    <a:p>
                      <a:pPr marL="0" marR="0" algn="ctr" hangingPunct="0">
                        <a:spcBef>
                          <a:spcPts val="0"/>
                        </a:spcBef>
                        <a:spcAft>
                          <a:spcPts val="0"/>
                        </a:spcAft>
                      </a:pPr>
                      <a:r>
                        <a:rPr lang="en-US" sz="2400" b="1">
                          <a:effectLst/>
                          <a:latin typeface="+mj-lt"/>
                          <a:ea typeface="Times New Roman" panose="02020603050405020304" pitchFamily="18" charset="0"/>
                          <a:cs typeface="Times New Roman" panose="02020603050405020304" pitchFamily="18" charset="0"/>
                        </a:rPr>
                        <a:t>High</a:t>
                      </a:r>
                      <a:endParaRPr lang="en-US" sz="2400">
                        <a:effectLst/>
                        <a:latin typeface="+mj-lt"/>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c>
                  <a:txBody>
                    <a:bodyPr/>
                    <a:lstStyle/>
                    <a:p>
                      <a:pPr marL="0" marR="0" algn="ctr" hangingPunct="0">
                        <a:spcBef>
                          <a:spcPts val="0"/>
                        </a:spcBef>
                        <a:spcAft>
                          <a:spcPts val="0"/>
                        </a:spcAft>
                      </a:pPr>
                      <a:r>
                        <a:rPr lang="en-US" sz="2400" b="1">
                          <a:effectLst/>
                          <a:latin typeface="+mj-lt"/>
                          <a:ea typeface="Times New Roman" panose="02020603050405020304" pitchFamily="18" charset="0"/>
                          <a:cs typeface="Times New Roman" panose="02020603050405020304" pitchFamily="18" charset="0"/>
                        </a:rPr>
                        <a:t> </a:t>
                      </a:r>
                      <a:endParaRPr lang="en-US" sz="2400">
                        <a:effectLst/>
                        <a:latin typeface="+mj-lt"/>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marL="0" marR="0" algn="ctr" hangingPunct="0">
                        <a:spcBef>
                          <a:spcPts val="0"/>
                        </a:spcBef>
                        <a:spcAft>
                          <a:spcPts val="0"/>
                        </a:spcAft>
                      </a:pPr>
                      <a:r>
                        <a:rPr lang="en-US" sz="2400" b="1">
                          <a:effectLst/>
                          <a:latin typeface="+mj-lt"/>
                          <a:ea typeface="Times New Roman" panose="02020603050405020304" pitchFamily="18" charset="0"/>
                          <a:cs typeface="Times New Roman" panose="02020603050405020304" pitchFamily="18" charset="0"/>
                        </a:rPr>
                        <a:t> </a:t>
                      </a:r>
                      <a:endParaRPr lang="en-US" sz="2400">
                        <a:effectLst/>
                        <a:latin typeface="+mj-lt"/>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marL="0" marR="0" algn="ctr" hangingPunct="0">
                        <a:spcBef>
                          <a:spcPts val="0"/>
                        </a:spcBef>
                        <a:spcAft>
                          <a:spcPts val="0"/>
                        </a:spcAft>
                      </a:pPr>
                      <a:r>
                        <a:rPr lang="en-US" sz="2400" b="1">
                          <a:effectLst/>
                          <a:latin typeface="+mj-lt"/>
                          <a:ea typeface="Times New Roman" panose="02020603050405020304" pitchFamily="18" charset="0"/>
                          <a:cs typeface="Times New Roman" panose="02020603050405020304" pitchFamily="18" charset="0"/>
                        </a:rPr>
                        <a:t> </a:t>
                      </a:r>
                      <a:endParaRPr lang="en-US" sz="2400">
                        <a:effectLst/>
                        <a:latin typeface="+mj-lt"/>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99"/>
                    </a:solidFill>
                  </a:tcPr>
                </a:tc>
                <a:tc>
                  <a:txBody>
                    <a:bodyPr/>
                    <a:lstStyle/>
                    <a:p>
                      <a:pPr marL="0" marR="0" algn="ctr" hangingPunct="0">
                        <a:spcBef>
                          <a:spcPts val="0"/>
                        </a:spcBef>
                        <a:spcAft>
                          <a:spcPts val="0"/>
                        </a:spcAft>
                      </a:pPr>
                      <a:r>
                        <a:rPr lang="en-US" sz="2400" b="1">
                          <a:effectLst/>
                          <a:latin typeface="+mj-lt"/>
                          <a:ea typeface="Times New Roman" panose="02020603050405020304" pitchFamily="18" charset="0"/>
                          <a:cs typeface="Times New Roman" panose="02020603050405020304" pitchFamily="18" charset="0"/>
                        </a:rPr>
                        <a:t> </a:t>
                      </a:r>
                      <a:endParaRPr lang="en-US" sz="2400">
                        <a:effectLst/>
                        <a:latin typeface="+mj-lt"/>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99"/>
                    </a:solidFill>
                  </a:tcPr>
                </a:tc>
                <a:tc>
                  <a:txBody>
                    <a:bodyPr/>
                    <a:lstStyle/>
                    <a:p>
                      <a:pPr marL="0" marR="0" algn="ctr" hangingPunct="0">
                        <a:spcBef>
                          <a:spcPts val="0"/>
                        </a:spcBef>
                        <a:spcAft>
                          <a:spcPts val="0"/>
                        </a:spcAft>
                      </a:pPr>
                      <a:r>
                        <a:rPr lang="en-US" sz="2400" b="1" dirty="0">
                          <a:effectLst/>
                          <a:latin typeface="+mj-lt"/>
                          <a:ea typeface="Times New Roman" panose="02020603050405020304" pitchFamily="18" charset="0"/>
                          <a:cs typeface="Times New Roman" panose="02020603050405020304" pitchFamily="18" charset="0"/>
                        </a:rPr>
                        <a:t> </a:t>
                      </a:r>
                      <a:endParaRPr lang="en-US" sz="2400" dirty="0">
                        <a:effectLst/>
                        <a:latin typeface="+mj-lt"/>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99"/>
                    </a:solidFill>
                  </a:tcPr>
                </a:tc>
                <a:extLst>
                  <a:ext uri="{0D108BD9-81ED-4DB2-BD59-A6C34878D82A}">
                    <a16:rowId xmlns:a16="http://schemas.microsoft.com/office/drawing/2014/main" val="10002"/>
                  </a:ext>
                </a:extLst>
              </a:tr>
              <a:tr h="851406">
                <a:tc>
                  <a:txBody>
                    <a:bodyPr/>
                    <a:lstStyle/>
                    <a:p>
                      <a:pPr marL="0" marR="0" algn="ctr" hangingPunct="0">
                        <a:spcBef>
                          <a:spcPts val="0"/>
                        </a:spcBef>
                        <a:spcAft>
                          <a:spcPts val="0"/>
                        </a:spcAft>
                      </a:pPr>
                      <a:r>
                        <a:rPr lang="en-US" sz="2400" b="1">
                          <a:effectLst/>
                          <a:latin typeface="+mj-lt"/>
                          <a:ea typeface="Times New Roman" panose="02020603050405020304" pitchFamily="18" charset="0"/>
                          <a:cs typeface="Times New Roman" panose="02020603050405020304" pitchFamily="18" charset="0"/>
                        </a:rPr>
                        <a:t>Medium</a:t>
                      </a:r>
                      <a:endParaRPr lang="en-US" sz="2400">
                        <a:effectLst/>
                        <a:latin typeface="+mj-lt"/>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0E0E0"/>
                    </a:solidFill>
                  </a:tcPr>
                </a:tc>
                <a:tc>
                  <a:txBody>
                    <a:bodyPr/>
                    <a:lstStyle/>
                    <a:p>
                      <a:pPr marL="0" marR="0" algn="ctr" hangingPunct="0">
                        <a:spcBef>
                          <a:spcPts val="0"/>
                        </a:spcBef>
                        <a:spcAft>
                          <a:spcPts val="0"/>
                        </a:spcAft>
                      </a:pPr>
                      <a:r>
                        <a:rPr lang="en-US" sz="2400" b="1">
                          <a:effectLst/>
                          <a:latin typeface="+mj-lt"/>
                          <a:ea typeface="Times New Roman" panose="02020603050405020304" pitchFamily="18" charset="0"/>
                          <a:cs typeface="Times New Roman" panose="02020603050405020304" pitchFamily="18" charset="0"/>
                        </a:rPr>
                        <a:t> </a:t>
                      </a:r>
                      <a:endParaRPr lang="en-US" sz="2400">
                        <a:effectLst/>
                        <a:latin typeface="+mj-lt"/>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marL="0" marR="0" algn="ctr" hangingPunct="0">
                        <a:spcBef>
                          <a:spcPts val="0"/>
                        </a:spcBef>
                        <a:spcAft>
                          <a:spcPts val="0"/>
                        </a:spcAft>
                      </a:pPr>
                      <a:r>
                        <a:rPr lang="en-US" sz="2400" b="1">
                          <a:effectLst/>
                          <a:latin typeface="+mj-lt"/>
                          <a:ea typeface="Times New Roman" panose="02020603050405020304" pitchFamily="18" charset="0"/>
                          <a:cs typeface="Times New Roman" panose="02020603050405020304" pitchFamily="18" charset="0"/>
                        </a:rPr>
                        <a:t> </a:t>
                      </a:r>
                      <a:endParaRPr lang="en-US" sz="2400">
                        <a:effectLst/>
                        <a:latin typeface="+mj-lt"/>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99"/>
                    </a:solidFill>
                  </a:tcPr>
                </a:tc>
                <a:tc>
                  <a:txBody>
                    <a:bodyPr/>
                    <a:lstStyle/>
                    <a:p>
                      <a:pPr marL="0" marR="0" algn="ctr" hangingPunct="0">
                        <a:spcBef>
                          <a:spcPts val="0"/>
                        </a:spcBef>
                        <a:spcAft>
                          <a:spcPts val="0"/>
                        </a:spcAft>
                      </a:pPr>
                      <a:r>
                        <a:rPr lang="en-US" sz="2400" b="1">
                          <a:effectLst/>
                          <a:latin typeface="+mj-lt"/>
                          <a:ea typeface="Times New Roman" panose="02020603050405020304" pitchFamily="18" charset="0"/>
                          <a:cs typeface="Times New Roman" panose="02020603050405020304" pitchFamily="18" charset="0"/>
                        </a:rPr>
                        <a:t> </a:t>
                      </a:r>
                      <a:endParaRPr lang="en-US" sz="2400">
                        <a:effectLst/>
                        <a:latin typeface="+mj-lt"/>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99"/>
                    </a:solidFill>
                  </a:tcPr>
                </a:tc>
                <a:tc>
                  <a:txBody>
                    <a:bodyPr/>
                    <a:lstStyle/>
                    <a:p>
                      <a:pPr marL="0" marR="0" algn="ctr" hangingPunct="0">
                        <a:spcBef>
                          <a:spcPts val="0"/>
                        </a:spcBef>
                        <a:spcAft>
                          <a:spcPts val="0"/>
                        </a:spcAft>
                      </a:pPr>
                      <a:r>
                        <a:rPr lang="en-US" sz="2400" b="1">
                          <a:effectLst/>
                          <a:latin typeface="+mj-lt"/>
                          <a:ea typeface="Times New Roman" panose="02020603050405020304" pitchFamily="18" charset="0"/>
                          <a:cs typeface="Times New Roman" panose="02020603050405020304" pitchFamily="18" charset="0"/>
                        </a:rPr>
                        <a:t> </a:t>
                      </a:r>
                      <a:endParaRPr lang="en-US" sz="2400">
                        <a:effectLst/>
                        <a:latin typeface="+mj-lt"/>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ctr" hangingPunct="0">
                        <a:spcBef>
                          <a:spcPts val="0"/>
                        </a:spcBef>
                        <a:spcAft>
                          <a:spcPts val="0"/>
                        </a:spcAft>
                      </a:pPr>
                      <a:r>
                        <a:rPr lang="en-US" sz="2400" b="1">
                          <a:effectLst/>
                          <a:latin typeface="+mj-lt"/>
                          <a:ea typeface="Times New Roman" panose="02020603050405020304" pitchFamily="18" charset="0"/>
                          <a:cs typeface="Times New Roman" panose="02020603050405020304" pitchFamily="18" charset="0"/>
                        </a:rPr>
                        <a:t> </a:t>
                      </a:r>
                      <a:endParaRPr lang="en-US" sz="2400">
                        <a:effectLst/>
                        <a:latin typeface="+mj-lt"/>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extLst>
                  <a:ext uri="{0D108BD9-81ED-4DB2-BD59-A6C34878D82A}">
                    <a16:rowId xmlns:a16="http://schemas.microsoft.com/office/drawing/2014/main" val="10003"/>
                  </a:ext>
                </a:extLst>
              </a:tr>
              <a:tr h="851406">
                <a:tc>
                  <a:txBody>
                    <a:bodyPr/>
                    <a:lstStyle/>
                    <a:p>
                      <a:pPr marL="0" marR="0" algn="ctr" hangingPunct="0">
                        <a:spcBef>
                          <a:spcPts val="0"/>
                        </a:spcBef>
                        <a:spcAft>
                          <a:spcPts val="0"/>
                        </a:spcAft>
                      </a:pPr>
                      <a:r>
                        <a:rPr lang="en-US" sz="2400" b="1">
                          <a:effectLst/>
                          <a:latin typeface="+mj-lt"/>
                          <a:ea typeface="Times New Roman" panose="02020603050405020304" pitchFamily="18" charset="0"/>
                          <a:cs typeface="Times New Roman" panose="02020603050405020304" pitchFamily="18" charset="0"/>
                        </a:rPr>
                        <a:t>Low</a:t>
                      </a:r>
                      <a:endParaRPr lang="en-US" sz="2400">
                        <a:effectLst/>
                        <a:latin typeface="+mj-lt"/>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0E0E0"/>
                    </a:solidFill>
                  </a:tcPr>
                </a:tc>
                <a:tc>
                  <a:txBody>
                    <a:bodyPr/>
                    <a:lstStyle/>
                    <a:p>
                      <a:pPr marL="0" marR="0" algn="ctr" hangingPunct="0">
                        <a:spcBef>
                          <a:spcPts val="0"/>
                        </a:spcBef>
                        <a:spcAft>
                          <a:spcPts val="0"/>
                        </a:spcAft>
                      </a:pPr>
                      <a:r>
                        <a:rPr lang="en-US" sz="2400">
                          <a:effectLst/>
                          <a:latin typeface="+mj-lt"/>
                          <a:ea typeface="Times New Roman" panose="02020603050405020304" pitchFamily="18" charset="0"/>
                          <a:cs typeface="Times New Roman" panose="02020603050405020304" pitchFamily="18"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99"/>
                    </a:solidFill>
                  </a:tcPr>
                </a:tc>
                <a:tc>
                  <a:txBody>
                    <a:bodyPr/>
                    <a:lstStyle/>
                    <a:p>
                      <a:pPr marL="0" marR="0" algn="ctr" hangingPunct="0">
                        <a:spcBef>
                          <a:spcPts val="0"/>
                        </a:spcBef>
                        <a:spcAft>
                          <a:spcPts val="0"/>
                        </a:spcAft>
                      </a:pPr>
                      <a:r>
                        <a:rPr lang="en-US" sz="2400" b="1">
                          <a:effectLst/>
                          <a:latin typeface="+mj-lt"/>
                          <a:ea typeface="Times New Roman" panose="02020603050405020304" pitchFamily="18" charset="0"/>
                          <a:cs typeface="Times New Roman" panose="02020603050405020304" pitchFamily="18" charset="0"/>
                        </a:rPr>
                        <a:t> </a:t>
                      </a:r>
                      <a:endParaRPr lang="en-US" sz="2400">
                        <a:effectLst/>
                        <a:latin typeface="+mj-lt"/>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99"/>
                    </a:solidFill>
                  </a:tcPr>
                </a:tc>
                <a:tc>
                  <a:txBody>
                    <a:bodyPr/>
                    <a:lstStyle/>
                    <a:p>
                      <a:pPr marL="0" marR="0" algn="ctr" hangingPunct="0">
                        <a:spcBef>
                          <a:spcPts val="0"/>
                        </a:spcBef>
                        <a:spcAft>
                          <a:spcPts val="0"/>
                        </a:spcAft>
                      </a:pPr>
                      <a:r>
                        <a:rPr lang="en-US" sz="2400" b="1">
                          <a:effectLst/>
                          <a:latin typeface="+mj-lt"/>
                          <a:ea typeface="Times New Roman" panose="02020603050405020304" pitchFamily="18" charset="0"/>
                          <a:cs typeface="Times New Roman" panose="02020603050405020304" pitchFamily="18" charset="0"/>
                        </a:rPr>
                        <a:t> </a:t>
                      </a:r>
                      <a:endParaRPr lang="en-US" sz="2400">
                        <a:effectLst/>
                        <a:latin typeface="+mj-lt"/>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ctr" hangingPunct="0">
                        <a:spcBef>
                          <a:spcPts val="0"/>
                        </a:spcBef>
                        <a:spcAft>
                          <a:spcPts val="0"/>
                        </a:spcAft>
                      </a:pPr>
                      <a:r>
                        <a:rPr lang="en-US" sz="2400" b="1">
                          <a:effectLst/>
                          <a:latin typeface="+mj-lt"/>
                          <a:ea typeface="Times New Roman" panose="02020603050405020304" pitchFamily="18" charset="0"/>
                          <a:cs typeface="Times New Roman" panose="02020603050405020304" pitchFamily="18" charset="0"/>
                        </a:rPr>
                        <a:t> </a:t>
                      </a:r>
                      <a:endParaRPr lang="en-US" sz="2400">
                        <a:effectLst/>
                        <a:latin typeface="+mj-lt"/>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ctr" hangingPunct="0">
                        <a:spcBef>
                          <a:spcPts val="0"/>
                        </a:spcBef>
                        <a:spcAft>
                          <a:spcPts val="0"/>
                        </a:spcAft>
                      </a:pPr>
                      <a:r>
                        <a:rPr lang="en-US" sz="2400" b="1">
                          <a:effectLst/>
                          <a:latin typeface="+mj-lt"/>
                          <a:ea typeface="Times New Roman" panose="02020603050405020304" pitchFamily="18" charset="0"/>
                          <a:cs typeface="Times New Roman" panose="02020603050405020304" pitchFamily="18" charset="0"/>
                        </a:rPr>
                        <a:t> </a:t>
                      </a:r>
                      <a:endParaRPr lang="en-US" sz="2400">
                        <a:effectLst/>
                        <a:latin typeface="+mj-lt"/>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extLst>
                  <a:ext uri="{0D108BD9-81ED-4DB2-BD59-A6C34878D82A}">
                    <a16:rowId xmlns:a16="http://schemas.microsoft.com/office/drawing/2014/main" val="10004"/>
                  </a:ext>
                </a:extLst>
              </a:tr>
              <a:tr h="851406">
                <a:tc>
                  <a:txBody>
                    <a:bodyPr/>
                    <a:lstStyle/>
                    <a:p>
                      <a:pPr marL="0" marR="0" algn="ctr" hangingPunct="0">
                        <a:spcBef>
                          <a:spcPts val="0"/>
                        </a:spcBef>
                        <a:spcAft>
                          <a:spcPts val="0"/>
                        </a:spcAft>
                      </a:pPr>
                      <a:r>
                        <a:rPr lang="en-US" sz="2400" b="1">
                          <a:effectLst/>
                          <a:latin typeface="+mj-lt"/>
                          <a:ea typeface="Times New Roman" panose="02020603050405020304" pitchFamily="18" charset="0"/>
                          <a:cs typeface="Times New Roman" panose="02020603050405020304" pitchFamily="18" charset="0"/>
                        </a:rPr>
                        <a:t>Very Low</a:t>
                      </a:r>
                      <a:endParaRPr lang="en-US" sz="2400">
                        <a:effectLst/>
                        <a:latin typeface="+mj-lt"/>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0E0E0"/>
                    </a:solidFill>
                  </a:tcPr>
                </a:tc>
                <a:tc>
                  <a:txBody>
                    <a:bodyPr/>
                    <a:lstStyle/>
                    <a:p>
                      <a:pPr marL="0" marR="0" algn="ctr" hangingPunct="0">
                        <a:spcBef>
                          <a:spcPts val="0"/>
                        </a:spcBef>
                        <a:spcAft>
                          <a:spcPts val="0"/>
                        </a:spcAft>
                      </a:pPr>
                      <a:r>
                        <a:rPr lang="en-US" sz="2400" b="1">
                          <a:effectLst/>
                          <a:latin typeface="+mj-lt"/>
                          <a:ea typeface="Times New Roman" panose="02020603050405020304" pitchFamily="18" charset="0"/>
                          <a:cs typeface="Times New Roman" panose="02020603050405020304" pitchFamily="18" charset="0"/>
                        </a:rPr>
                        <a:t> </a:t>
                      </a:r>
                      <a:endParaRPr lang="en-US" sz="2400">
                        <a:effectLst/>
                        <a:latin typeface="+mj-lt"/>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99"/>
                    </a:solidFill>
                  </a:tcPr>
                </a:tc>
                <a:tc>
                  <a:txBody>
                    <a:bodyPr/>
                    <a:lstStyle/>
                    <a:p>
                      <a:pPr marL="0" marR="0" algn="ctr" hangingPunct="0">
                        <a:spcBef>
                          <a:spcPts val="0"/>
                        </a:spcBef>
                        <a:spcAft>
                          <a:spcPts val="0"/>
                        </a:spcAft>
                      </a:pPr>
                      <a:r>
                        <a:rPr lang="en-US" sz="2400" b="1">
                          <a:effectLst/>
                          <a:latin typeface="+mj-lt"/>
                          <a:ea typeface="Times New Roman" panose="02020603050405020304" pitchFamily="18" charset="0"/>
                          <a:cs typeface="Times New Roman" panose="02020603050405020304" pitchFamily="18" charset="0"/>
                        </a:rPr>
                        <a:t> </a:t>
                      </a:r>
                      <a:endParaRPr lang="en-US" sz="2400">
                        <a:effectLst/>
                        <a:latin typeface="+mj-lt"/>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ctr" hangingPunct="0">
                        <a:spcBef>
                          <a:spcPts val="0"/>
                        </a:spcBef>
                        <a:spcAft>
                          <a:spcPts val="0"/>
                        </a:spcAft>
                      </a:pPr>
                      <a:r>
                        <a:rPr lang="en-US" sz="2400" b="1">
                          <a:effectLst/>
                          <a:latin typeface="+mj-lt"/>
                          <a:ea typeface="Times New Roman" panose="02020603050405020304" pitchFamily="18" charset="0"/>
                          <a:cs typeface="Times New Roman" panose="02020603050405020304" pitchFamily="18" charset="0"/>
                        </a:rPr>
                        <a:t> </a:t>
                      </a:r>
                      <a:endParaRPr lang="en-US" sz="2400">
                        <a:effectLst/>
                        <a:latin typeface="+mj-lt"/>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ctr" hangingPunct="0">
                        <a:spcBef>
                          <a:spcPts val="0"/>
                        </a:spcBef>
                        <a:spcAft>
                          <a:spcPts val="0"/>
                        </a:spcAft>
                      </a:pPr>
                      <a:r>
                        <a:rPr lang="en-US" sz="2400" b="1">
                          <a:effectLst/>
                          <a:latin typeface="+mj-lt"/>
                          <a:ea typeface="Times New Roman" panose="02020603050405020304" pitchFamily="18" charset="0"/>
                          <a:cs typeface="Times New Roman" panose="02020603050405020304" pitchFamily="18" charset="0"/>
                        </a:rPr>
                        <a:t> </a:t>
                      </a:r>
                      <a:endParaRPr lang="en-US" sz="2400">
                        <a:effectLst/>
                        <a:latin typeface="+mj-lt"/>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tc>
                  <a:txBody>
                    <a:bodyPr/>
                    <a:lstStyle/>
                    <a:p>
                      <a:pPr marL="0" marR="0" algn="ctr" hangingPunct="0">
                        <a:spcBef>
                          <a:spcPts val="0"/>
                        </a:spcBef>
                        <a:spcAft>
                          <a:spcPts val="0"/>
                        </a:spcAft>
                      </a:pPr>
                      <a:r>
                        <a:rPr lang="en-US" sz="2400" b="1" dirty="0">
                          <a:effectLst/>
                          <a:latin typeface="+mj-lt"/>
                          <a:ea typeface="Times New Roman" panose="02020603050405020304" pitchFamily="18" charset="0"/>
                          <a:cs typeface="Times New Roman" panose="02020603050405020304" pitchFamily="18" charset="0"/>
                        </a:rPr>
                        <a:t> </a:t>
                      </a:r>
                      <a:endParaRPr lang="en-US" sz="2400" dirty="0">
                        <a:effectLst/>
                        <a:latin typeface="+mj-lt"/>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FF00"/>
                    </a:solidFill>
                  </a:tcPr>
                </a:tc>
                <a:extLst>
                  <a:ext uri="{0D108BD9-81ED-4DB2-BD59-A6C34878D82A}">
                    <a16:rowId xmlns:a16="http://schemas.microsoft.com/office/drawing/2014/main" val="10005"/>
                  </a:ext>
                </a:extLst>
              </a:tr>
            </a:tbl>
          </a:graphicData>
        </a:graphic>
      </p:graphicFrame>
      <p:sp>
        <p:nvSpPr>
          <p:cNvPr id="31" name="Line 12"/>
          <p:cNvSpPr>
            <a:spLocks noChangeShapeType="1"/>
          </p:cNvSpPr>
          <p:nvPr/>
        </p:nvSpPr>
        <p:spPr bwMode="auto">
          <a:xfrm>
            <a:off x="1948786" y="2619575"/>
            <a:ext cx="731520" cy="1971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 name="Line 11"/>
          <p:cNvSpPr>
            <a:spLocks noChangeShapeType="1"/>
          </p:cNvSpPr>
          <p:nvPr/>
        </p:nvSpPr>
        <p:spPr bwMode="auto">
          <a:xfrm>
            <a:off x="2098963" y="2805545"/>
            <a:ext cx="20781" cy="47798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669027087"/>
      </p:ext>
    </p:extLst>
  </p:cSld>
  <p:clrMapOvr>
    <a:masterClrMapping/>
  </p:clrMapOvr>
</p:sld>
</file>

<file path=ppt/theme/theme1.xml><?xml version="1.0" encoding="utf-8"?>
<a:theme xmlns:a="http://schemas.openxmlformats.org/drawingml/2006/main" name="KPIT">
  <a:themeElements>
    <a:clrScheme name="KPIT Colour Palette">
      <a:dk1>
        <a:srgbClr val="161718"/>
      </a:dk1>
      <a:lt1>
        <a:srgbClr val="FFFFFF"/>
      </a:lt1>
      <a:dk2>
        <a:srgbClr val="4D5154"/>
      </a:dk2>
      <a:lt2>
        <a:srgbClr val="E6E7E8"/>
      </a:lt2>
      <a:accent1>
        <a:srgbClr val="B0FF45"/>
      </a:accent1>
      <a:accent2>
        <a:srgbClr val="8FDB00"/>
      </a:accent2>
      <a:accent3>
        <a:srgbClr val="428003"/>
      </a:accent3>
      <a:accent4>
        <a:srgbClr val="753DFF"/>
      </a:accent4>
      <a:accent5>
        <a:srgbClr val="622AD8"/>
      </a:accent5>
      <a:accent6>
        <a:srgbClr val="7F7F7F"/>
      </a:accent6>
      <a:hlink>
        <a:srgbClr val="753DFF"/>
      </a:hlink>
      <a:folHlink>
        <a:srgbClr val="A5A5A5"/>
      </a:folHlink>
    </a:clrScheme>
    <a:fontScheme name="KPIT">
      <a:majorFont>
        <a:latin typeface="Work Sans Medium"/>
        <a:ea typeface=""/>
        <a:cs typeface=""/>
      </a:majorFont>
      <a:minorFont>
        <a:latin typeface="Work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_Template.potx" id="{EC1C2989-5ED9-492E-ACEE-801C464CEE49}" vid="{81ED022E-040A-4949-B352-FF86EFC9259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E50E9957469CF947B585891BE59F9E78" ma:contentTypeVersion="7" ma:contentTypeDescription="Create a new document." ma:contentTypeScope="" ma:versionID="292d57e8d7f17d3362e01aad349541bb">
  <xsd:schema xmlns:xsd="http://www.w3.org/2001/XMLSchema" xmlns:xs="http://www.w3.org/2001/XMLSchema" xmlns:p="http://schemas.microsoft.com/office/2006/metadata/properties" xmlns:ns2="9e5dfae9-7eaf-4245-be72-dec674abc50c" xmlns:ns3="18a91542-819d-4d6b-9123-b2978bc4efdd" targetNamespace="http://schemas.microsoft.com/office/2006/metadata/properties" ma:root="true" ma:fieldsID="32017e72295ffee4b910c34f546a9033" ns2:_="" ns3:_="">
    <xsd:import namespace="9e5dfae9-7eaf-4245-be72-dec674abc50c"/>
    <xsd:import namespace="18a91542-819d-4d6b-9123-b2978bc4efdd"/>
    <xsd:element name="properties">
      <xsd:complexType>
        <xsd:sequence>
          <xsd:element name="documentManagement">
            <xsd:complexType>
              <xsd:all>
                <xsd:element ref="ns2:SharedWithUsers" minOccurs="0"/>
                <xsd:element ref="ns2:SharingHintHash" minOccurs="0"/>
                <xsd:element ref="ns2:SharedWithDetails" minOccurs="0"/>
                <xsd:element ref="ns2:LastSharedByUser" minOccurs="0"/>
                <xsd:element ref="ns2:LastSharedByTime" minOccurs="0"/>
                <xsd:element ref="ns3:MediaServiceMetadata" minOccurs="0"/>
                <xsd:element ref="ns3: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e5dfae9-7eaf-4245-be72-dec674abc50c"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ingHintHash" ma:index="9" nillable="true" ma:displayName="Sharing Hint Hash" ma:internalName="SharingHintHash" ma:readOnly="true">
      <xsd:simpleType>
        <xsd:restriction base="dms:Text"/>
      </xsd:simpleType>
    </xsd:element>
    <xsd:element name="SharedWithDetails" ma:index="10" nillable="true" ma:displayName="Shared With Details" ma:internalName="SharedWithDetails" ma:readOnly="true">
      <xsd:simpleType>
        <xsd:restriction base="dms:Note">
          <xsd:maxLength value="255"/>
        </xsd:restriction>
      </xsd:simpleType>
    </xsd:element>
    <xsd:element name="LastSharedByUser" ma:index="11" nillable="true" ma:displayName="Last Shared By User" ma:description="" ma:internalName="LastSharedByUser" ma:readOnly="true">
      <xsd:simpleType>
        <xsd:restriction base="dms:Note">
          <xsd:maxLength value="255"/>
        </xsd:restriction>
      </xsd:simpleType>
    </xsd:element>
    <xsd:element name="LastSharedByTime" ma:index="12" nillable="true" ma:displayName="Last Shared By Time" ma:description="" ma:internalName="LastSharedByTime" ma:readOnly="tru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18a91542-819d-4d6b-9123-b2978bc4efdd" elementFormDefault="qualified">
    <xsd:import namespace="http://schemas.microsoft.com/office/2006/documentManagement/types"/>
    <xsd:import namespace="http://schemas.microsoft.com/office/infopath/2007/PartnerControls"/>
    <xsd:element name="MediaServiceMetadata" ma:index="13" nillable="true" ma:displayName="MediaServiceMetadata" ma:description="" ma:hidden="true" ma:internalName="MediaServiceMetadata" ma:readOnly="true">
      <xsd:simpleType>
        <xsd:restriction base="dms:Note"/>
      </xsd:simpleType>
    </xsd:element>
    <xsd:element name="MediaServiceFastMetadata" ma:index="14" nillable="true" ma:displayName="MediaServiceFastMetadata" ma:description=""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95450F3-7A75-4599-8E03-BD55157DA506}">
  <ds:schemaRefs>
    <ds:schemaRef ds:uri="http://schemas.microsoft.com/office/infopath/2007/PartnerControls"/>
    <ds:schemaRef ds:uri="http://purl.org/dc/elements/1.1/"/>
    <ds:schemaRef ds:uri="http://schemas.microsoft.com/office/2006/documentManagement/types"/>
    <ds:schemaRef ds:uri="9e5dfae9-7eaf-4245-be72-dec674abc50c"/>
    <ds:schemaRef ds:uri="http://purl.org/dc/terms/"/>
    <ds:schemaRef ds:uri="http://schemas.openxmlformats.org/package/2006/metadata/core-properties"/>
    <ds:schemaRef ds:uri="http://purl.org/dc/dcmitype/"/>
    <ds:schemaRef ds:uri="18a91542-819d-4d6b-9123-b2978bc4efdd"/>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C402CED4-0A50-4248-8816-1D3B69F40D4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e5dfae9-7eaf-4245-be72-dec674abc50c"/>
    <ds:schemaRef ds:uri="18a91542-819d-4d6b-9123-b2978bc4efd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5B59595-ED73-488E-A4A7-8238AA5B863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Presentation_Template</Template>
  <TotalTime>8918</TotalTime>
  <Words>880</Words>
  <Application>Microsoft Office PowerPoint</Application>
  <PresentationFormat>Custom</PresentationFormat>
  <Paragraphs>217</Paragraphs>
  <Slides>11</Slides>
  <Notes>10</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4</vt:i4>
      </vt:variant>
      <vt:variant>
        <vt:lpstr>Slide Titles</vt:lpstr>
      </vt:variant>
      <vt:variant>
        <vt:i4>11</vt:i4>
      </vt:variant>
    </vt:vector>
  </HeadingPairs>
  <TitlesOfParts>
    <vt:vector size="23" baseType="lpstr">
      <vt:lpstr>Arial</vt:lpstr>
      <vt:lpstr>Calibri</vt:lpstr>
      <vt:lpstr>Segoe UI</vt:lpstr>
      <vt:lpstr>Trebuchet MS</vt:lpstr>
      <vt:lpstr>Work Sans</vt:lpstr>
      <vt:lpstr>Work Sans Light</vt:lpstr>
      <vt:lpstr>Work Sans Medium</vt:lpstr>
      <vt:lpstr>KPIT</vt:lpstr>
      <vt:lpstr>Clip</vt:lpstr>
      <vt:lpstr>Macro-Enabled Worksheet</vt:lpstr>
      <vt:lpstr>Worksheet</vt:lpstr>
      <vt:lpstr>Packager Shell Object</vt:lpstr>
      <vt:lpstr>Basic Software Development  Process Methodology  Unit 6 – M&amp;C Element</vt:lpstr>
      <vt:lpstr>M&amp;C Element</vt:lpstr>
      <vt:lpstr>SDP Architecture</vt:lpstr>
      <vt:lpstr>What Setting the Control Does</vt:lpstr>
      <vt:lpstr>Uniphase Control Flow</vt:lpstr>
      <vt:lpstr>Control Reports</vt:lpstr>
      <vt:lpstr>Control Reports</vt:lpstr>
      <vt:lpstr>Control Reports</vt:lpstr>
      <vt:lpstr>Thank You</vt:lpstr>
      <vt:lpstr>PowerPoint Presentation</vt:lpstr>
      <vt:lpstr>PowerPoint Presentation</vt:lpstr>
    </vt:vector>
  </TitlesOfParts>
  <Company>KPIT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SDPM M&amp;C</dc:title>
  <dc:creator>KPIT</dc:creator>
  <dc:description>Config ID: CGSPGAPA PA 006_x000d_
_x000d_
Refer Revision History.txt for details</dc:description>
  <cp:lastModifiedBy>Kavitha Buradagunta</cp:lastModifiedBy>
  <cp:revision>332</cp:revision>
  <dcterms:created xsi:type="dcterms:W3CDTF">2013-08-13T05:50:28Z</dcterms:created>
  <dcterms:modified xsi:type="dcterms:W3CDTF">2020-01-07T06:51:57Z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0x010100E50E9957469CF947B585891BE59F9E78</vt:lpwstr>
  </property>
</Properties>
</file>